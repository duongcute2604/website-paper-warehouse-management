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handoutMasterIdLst>
    <p:handoutMasterId r:id="rId18"/>
  </p:handoutMasterIdLst>
  <p:sldIdLst>
    <p:sldId id="436" r:id="rId5"/>
    <p:sldId id="437" r:id="rId6"/>
    <p:sldId id="445" r:id="rId7"/>
    <p:sldId id="446" r:id="rId8"/>
    <p:sldId id="447" r:id="rId9"/>
    <p:sldId id="448" r:id="rId10"/>
    <p:sldId id="449" r:id="rId11"/>
    <p:sldId id="450" r:id="rId12"/>
    <p:sldId id="451" r:id="rId13"/>
    <p:sldId id="452" r:id="rId14"/>
    <p:sldId id="454" r:id="rId15"/>
    <p:sldId id="43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187"/>
    <a:srgbClr val="0C4046"/>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5394" autoAdjust="0"/>
  </p:normalViewPr>
  <p:slideViewPr>
    <p:cSldViewPr snapToGrid="0">
      <p:cViewPr varScale="1">
        <p:scale>
          <a:sx n="105" d="100"/>
          <a:sy n="105" d="100"/>
        </p:scale>
        <p:origin x="164" y="68"/>
      </p:cViewPr>
      <p:guideLst/>
    </p:cSldViewPr>
  </p:slideViewPr>
  <p:outlineViewPr>
    <p:cViewPr>
      <p:scale>
        <a:sx n="33" d="100"/>
        <a:sy n="33" d="100"/>
      </p:scale>
      <p:origin x="0" y="-17146"/>
    </p:cViewPr>
  </p:outlineViewPr>
  <p:notesTextViewPr>
    <p:cViewPr>
      <p:scale>
        <a:sx n="1" d="1"/>
        <a:sy n="1" d="1"/>
      </p:scale>
      <p:origin x="0" y="0"/>
    </p:cViewPr>
  </p:notesTextViewPr>
  <p:sorterViewPr>
    <p:cViewPr varScale="1">
      <p:scale>
        <a:sx n="1" d="1"/>
        <a:sy n="1" d="1"/>
      </p:scale>
      <p:origin x="0" y="-871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4D2272-D660-A337-AEF3-BE066BD545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1FE5A70-71C2-F335-270C-B94537340C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C5A369-CA0E-4FC6-90EE-5FA969A08EF8}" type="datetimeFigureOut">
              <a:rPr lang="en-US" smtClean="0"/>
              <a:t>12/16/2025</a:t>
            </a:fld>
            <a:endParaRPr lang="en-US" dirty="0"/>
          </a:p>
        </p:txBody>
      </p:sp>
      <p:sp>
        <p:nvSpPr>
          <p:cNvPr id="4" name="Footer Placeholder 3">
            <a:extLst>
              <a:ext uri="{FF2B5EF4-FFF2-40B4-BE49-F238E27FC236}">
                <a16:creationId xmlns:a16="http://schemas.microsoft.com/office/drawing/2014/main" id="{D91E1B03-0F86-16E7-11BE-81F9F4CD66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4524B8-3914-99B2-2620-0F2A88D335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9210F9-8331-407C-A034-F95DCB303EBC}" type="slidenum">
              <a:rPr lang="en-US" smtClean="0"/>
              <a:t>‹#›</a:t>
            </a:fld>
            <a:endParaRPr lang="en-US" dirty="0"/>
          </a:p>
        </p:txBody>
      </p:sp>
    </p:spTree>
    <p:extLst>
      <p:ext uri="{BB962C8B-B14F-4D97-AF65-F5344CB8AC3E}">
        <p14:creationId xmlns:p14="http://schemas.microsoft.com/office/powerpoint/2010/main" val="9310058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12/16/2025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dirty="0"/>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1</a:t>
            </a:fld>
            <a:endParaRPr lang="en-US" dirty="0"/>
          </a:p>
        </p:txBody>
      </p:sp>
    </p:spTree>
    <p:extLst>
      <p:ext uri="{BB962C8B-B14F-4D97-AF65-F5344CB8AC3E}">
        <p14:creationId xmlns:p14="http://schemas.microsoft.com/office/powerpoint/2010/main" val="2369047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2</a:t>
            </a:fld>
            <a:endParaRPr lang="en-US" dirty="0"/>
          </a:p>
        </p:txBody>
      </p:sp>
    </p:spTree>
    <p:extLst>
      <p:ext uri="{BB962C8B-B14F-4D97-AF65-F5344CB8AC3E}">
        <p14:creationId xmlns:p14="http://schemas.microsoft.com/office/powerpoint/2010/main" val="1244630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3</a:t>
            </a:fld>
            <a:endParaRPr lang="en-US" dirty="0"/>
          </a:p>
        </p:txBody>
      </p:sp>
    </p:spTree>
    <p:extLst>
      <p:ext uri="{BB962C8B-B14F-4D97-AF65-F5344CB8AC3E}">
        <p14:creationId xmlns:p14="http://schemas.microsoft.com/office/powerpoint/2010/main" val="2595483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A2251-A628-8763-328A-4D63C239C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37A75-4ACB-B10A-CCE9-802C5BBF9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4CFBE-701D-950E-EA7A-97C32BD373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19F94E-8855-95FE-A447-0AA2A2996604}"/>
              </a:ext>
            </a:extLst>
          </p:cNvPr>
          <p:cNvSpPr>
            <a:spLocks noGrp="1"/>
          </p:cNvSpPr>
          <p:nvPr>
            <p:ph type="sldNum" sz="quarter" idx="5"/>
          </p:nvPr>
        </p:nvSpPr>
        <p:spPr/>
        <p:txBody>
          <a:bodyPr/>
          <a:lstStyle/>
          <a:p>
            <a:fld id="{32BF9438-3EEF-4192-9815-F6F44770AEF7}" type="slidenum">
              <a:rPr lang="en-US" smtClean="0"/>
              <a:t>4</a:t>
            </a:fld>
            <a:endParaRPr lang="en-US" dirty="0"/>
          </a:p>
        </p:txBody>
      </p:sp>
    </p:spTree>
    <p:extLst>
      <p:ext uri="{BB962C8B-B14F-4D97-AF65-F5344CB8AC3E}">
        <p14:creationId xmlns:p14="http://schemas.microsoft.com/office/powerpoint/2010/main" val="2103911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90B3B-3222-C624-8925-36D11082E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6DF91-2F08-CFD6-983C-9151CFDD7D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E07DA9-3D95-5097-74AA-81EA74AEA9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A9CA51-88E6-DB87-3E56-68A2EE00881F}"/>
              </a:ext>
            </a:extLst>
          </p:cNvPr>
          <p:cNvSpPr>
            <a:spLocks noGrp="1"/>
          </p:cNvSpPr>
          <p:nvPr>
            <p:ph type="sldNum" sz="quarter" idx="5"/>
          </p:nvPr>
        </p:nvSpPr>
        <p:spPr/>
        <p:txBody>
          <a:bodyPr/>
          <a:lstStyle/>
          <a:p>
            <a:fld id="{32BF9438-3EEF-4192-9815-F6F44770AEF7}" type="slidenum">
              <a:rPr lang="en-US" smtClean="0"/>
              <a:t>5</a:t>
            </a:fld>
            <a:endParaRPr lang="en-US" dirty="0"/>
          </a:p>
        </p:txBody>
      </p:sp>
    </p:spTree>
    <p:extLst>
      <p:ext uri="{BB962C8B-B14F-4D97-AF65-F5344CB8AC3E}">
        <p14:creationId xmlns:p14="http://schemas.microsoft.com/office/powerpoint/2010/main" val="3660936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5E4F6-D7B8-1DCB-2B73-3AD6B9E0D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55254-A6ED-3DCE-AEFB-9121CCA54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3198C-EC48-3A8D-338E-227C15141E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456740-52D4-4BF5-1978-3FC8A8B7C754}"/>
              </a:ext>
            </a:extLst>
          </p:cNvPr>
          <p:cNvSpPr>
            <a:spLocks noGrp="1"/>
          </p:cNvSpPr>
          <p:nvPr>
            <p:ph type="sldNum" sz="quarter" idx="5"/>
          </p:nvPr>
        </p:nvSpPr>
        <p:spPr/>
        <p:txBody>
          <a:bodyPr/>
          <a:lstStyle/>
          <a:p>
            <a:fld id="{32BF9438-3EEF-4192-9815-F6F44770AEF7}" type="slidenum">
              <a:rPr lang="en-US" smtClean="0"/>
              <a:t>6</a:t>
            </a:fld>
            <a:endParaRPr lang="en-US" dirty="0"/>
          </a:p>
        </p:txBody>
      </p:sp>
    </p:spTree>
    <p:extLst>
      <p:ext uri="{BB962C8B-B14F-4D97-AF65-F5344CB8AC3E}">
        <p14:creationId xmlns:p14="http://schemas.microsoft.com/office/powerpoint/2010/main" val="165029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E69E-C9AB-A494-4E95-F09EB27BB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01EB7-06A6-385F-14EF-E000274F5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7ACC94-2C78-CA24-2874-0235C3723F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0F56D9-8A3F-F747-A010-5E79128BBFDC}"/>
              </a:ext>
            </a:extLst>
          </p:cNvPr>
          <p:cNvSpPr>
            <a:spLocks noGrp="1"/>
          </p:cNvSpPr>
          <p:nvPr>
            <p:ph type="sldNum" sz="quarter" idx="5"/>
          </p:nvPr>
        </p:nvSpPr>
        <p:spPr/>
        <p:txBody>
          <a:bodyPr/>
          <a:lstStyle/>
          <a:p>
            <a:fld id="{32BF9438-3EEF-4192-9815-F6F44770AEF7}" type="slidenum">
              <a:rPr lang="en-US" smtClean="0"/>
              <a:t>7</a:t>
            </a:fld>
            <a:endParaRPr lang="en-US" dirty="0"/>
          </a:p>
        </p:txBody>
      </p:sp>
    </p:spTree>
    <p:extLst>
      <p:ext uri="{BB962C8B-B14F-4D97-AF65-F5344CB8AC3E}">
        <p14:creationId xmlns:p14="http://schemas.microsoft.com/office/powerpoint/2010/main" val="3643298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1FF8-22BD-C69A-B597-37827F993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27EBD-22B1-B165-4753-04E0A4B25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11557-6706-1239-02A2-4974CA7311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985922-56EE-E86A-090F-C73444E5E0D7}"/>
              </a:ext>
            </a:extLst>
          </p:cNvPr>
          <p:cNvSpPr>
            <a:spLocks noGrp="1"/>
          </p:cNvSpPr>
          <p:nvPr>
            <p:ph type="sldNum" sz="quarter" idx="5"/>
          </p:nvPr>
        </p:nvSpPr>
        <p:spPr/>
        <p:txBody>
          <a:bodyPr/>
          <a:lstStyle/>
          <a:p>
            <a:fld id="{32BF9438-3EEF-4192-9815-F6F44770AEF7}" type="slidenum">
              <a:rPr lang="en-US" smtClean="0"/>
              <a:t>8</a:t>
            </a:fld>
            <a:endParaRPr lang="en-US" dirty="0"/>
          </a:p>
        </p:txBody>
      </p:sp>
    </p:spTree>
    <p:extLst>
      <p:ext uri="{BB962C8B-B14F-4D97-AF65-F5344CB8AC3E}">
        <p14:creationId xmlns:p14="http://schemas.microsoft.com/office/powerpoint/2010/main" val="2229931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E05D6-825A-ADB0-EE9A-51B51B8B9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BFFC3-D4E5-3350-DC0E-066031917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31DF6-05C2-95C0-30C2-80C9DC8D9E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C93D0A-ABE5-E4FC-E614-EC31638101E7}"/>
              </a:ext>
            </a:extLst>
          </p:cNvPr>
          <p:cNvSpPr>
            <a:spLocks noGrp="1"/>
          </p:cNvSpPr>
          <p:nvPr>
            <p:ph type="sldNum" sz="quarter" idx="5"/>
          </p:nvPr>
        </p:nvSpPr>
        <p:spPr/>
        <p:txBody>
          <a:bodyPr/>
          <a:lstStyle/>
          <a:p>
            <a:fld id="{32BF9438-3EEF-4192-9815-F6F44770AEF7}" type="slidenum">
              <a:rPr lang="en-US" smtClean="0"/>
              <a:t>9</a:t>
            </a:fld>
            <a:endParaRPr lang="en-US" dirty="0"/>
          </a:p>
        </p:txBody>
      </p:sp>
    </p:spTree>
    <p:extLst>
      <p:ext uri="{BB962C8B-B14F-4D97-AF65-F5344CB8AC3E}">
        <p14:creationId xmlns:p14="http://schemas.microsoft.com/office/powerpoint/2010/main" val="2227351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855CA-B216-6152-74AA-58CD331B17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1BF36-3016-4229-31F3-7FB7EFE11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8AE85-C502-9D44-94EB-BA77F9DFD7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24BA97-958D-258D-3F84-4ED694188B74}"/>
              </a:ext>
            </a:extLst>
          </p:cNvPr>
          <p:cNvSpPr>
            <a:spLocks noGrp="1"/>
          </p:cNvSpPr>
          <p:nvPr>
            <p:ph type="sldNum" sz="quarter" idx="5"/>
          </p:nvPr>
        </p:nvSpPr>
        <p:spPr/>
        <p:txBody>
          <a:bodyPr/>
          <a:lstStyle/>
          <a:p>
            <a:fld id="{32BF9438-3EEF-4192-9815-F6F44770AEF7}" type="slidenum">
              <a:rPr lang="en-US" smtClean="0"/>
              <a:t>10</a:t>
            </a:fld>
            <a:endParaRPr lang="en-US" dirty="0"/>
          </a:p>
        </p:txBody>
      </p:sp>
    </p:spTree>
    <p:extLst>
      <p:ext uri="{BB962C8B-B14F-4D97-AF65-F5344CB8AC3E}">
        <p14:creationId xmlns:p14="http://schemas.microsoft.com/office/powerpoint/2010/main" val="42828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0DB9A-B6D4-C5CF-9E31-F1A98778B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7750C-B085-9E7A-057F-15B15AA9B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E238C-645B-95F7-269F-69E6A9C351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E146C3-1752-C450-C8B2-F897211E7AE0}"/>
              </a:ext>
            </a:extLst>
          </p:cNvPr>
          <p:cNvSpPr>
            <a:spLocks noGrp="1"/>
          </p:cNvSpPr>
          <p:nvPr>
            <p:ph type="sldNum" sz="quarter" idx="5"/>
          </p:nvPr>
        </p:nvSpPr>
        <p:spPr/>
        <p:txBody>
          <a:bodyPr/>
          <a:lstStyle/>
          <a:p>
            <a:fld id="{32BF9438-3EEF-4192-9815-F6F44770AEF7}" type="slidenum">
              <a:rPr lang="en-US" smtClean="0"/>
              <a:t>11</a:t>
            </a:fld>
            <a:endParaRPr lang="en-US" dirty="0"/>
          </a:p>
        </p:txBody>
      </p:sp>
    </p:spTree>
    <p:extLst>
      <p:ext uri="{BB962C8B-B14F-4D97-AF65-F5344CB8AC3E}">
        <p14:creationId xmlns:p14="http://schemas.microsoft.com/office/powerpoint/2010/main" val="233511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12</a:t>
            </a:fld>
            <a:endParaRPr lang="en-US" dirty="0"/>
          </a:p>
        </p:txBody>
      </p:sp>
    </p:spTree>
    <p:extLst>
      <p:ext uri="{BB962C8B-B14F-4D97-AF65-F5344CB8AC3E}">
        <p14:creationId xmlns:p14="http://schemas.microsoft.com/office/powerpoint/2010/main" val="3284469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endParaRPr lang="en-US" dirty="0"/>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22363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sz="1000"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82093947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4218702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622905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3421097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sz="1000" dirty="0"/>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90897710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sz="1000" dirty="0"/>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394274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47392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60365268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74985615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3611012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1">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5040DA2-B75D-1B49-51F9-967501F7F67B}"/>
              </a:ext>
            </a:extLst>
          </p:cNvPr>
          <p:cNvSpPr>
            <a:spLocks noGrp="1"/>
          </p:cNvSpPr>
          <p:nvPr>
            <p:ph type="title" hasCustomPrompt="1"/>
          </p:nvPr>
        </p:nvSpPr>
        <p:spPr>
          <a:xfrm>
            <a:off x="994876" y="887638"/>
            <a:ext cx="10202248" cy="5094496"/>
          </a:xfrm>
        </p:spPr>
        <p:txBody>
          <a:bodyPr/>
          <a:lstStyle>
            <a:lvl1pPr algn="ctr">
              <a:defRPr sz="4800">
                <a:solidFill>
                  <a:schemeClr val="bg1"/>
                </a:solidFill>
              </a:defRPr>
            </a:lvl1pPr>
          </a:lstStyle>
          <a:p>
            <a:r>
              <a:rPr lang="en-US" dirty="0"/>
              <a:t>Click to add title</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
        <p:nvSpPr>
          <p:cNvPr id="2" name="Rectangle 1">
            <a:extLst>
              <a:ext uri="{FF2B5EF4-FFF2-40B4-BE49-F238E27FC236}">
                <a16:creationId xmlns:a16="http://schemas.microsoft.com/office/drawing/2014/main" id="{8E93BDAB-CB06-403B-00FD-9D1C2812A298}"/>
              </a:ext>
              <a:ext uri="{C183D7F6-B498-43B3-948B-1728B52AA6E4}">
                <adec:decorative xmlns:adec="http://schemas.microsoft.com/office/drawing/2017/decorative" val="1"/>
              </a:ext>
            </a:extLst>
          </p:cNvPr>
          <p:cNvSpPr/>
          <p:nvPr userDrawn="1"/>
        </p:nvSpPr>
        <p:spPr>
          <a:xfrm rot="5400000">
            <a:off x="-2990939" y="2990938"/>
            <a:ext cx="6855801"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A6FB1FDB-9C8A-890A-5051-8D49E105FD49}"/>
              </a:ext>
              <a:ext uri="{C183D7F6-B498-43B3-948B-1728B52AA6E4}">
                <adec:decorative xmlns:adec="http://schemas.microsoft.com/office/drawing/2017/decorative" val="1"/>
              </a:ext>
            </a:extLst>
          </p:cNvPr>
          <p:cNvSpPr/>
          <p:nvPr userDrawn="1"/>
        </p:nvSpPr>
        <p:spPr>
          <a:xfrm>
            <a:off x="1" y="5983104"/>
            <a:ext cx="12192000" cy="87392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21">
            <a:extLst>
              <a:ext uri="{FF2B5EF4-FFF2-40B4-BE49-F238E27FC236}">
                <a16:creationId xmlns:a16="http://schemas.microsoft.com/office/drawing/2014/main" id="{46056E81-9CB5-42E9-6689-B711F575C8F2}"/>
              </a:ext>
              <a:ext uri="{C183D7F6-B498-43B3-948B-1728B52AA6E4}">
                <adec:decorative xmlns:adec="http://schemas.microsoft.com/office/drawing/2017/decorative" val="1"/>
              </a:ext>
            </a:extLst>
          </p:cNvPr>
          <p:cNvSpPr/>
          <p:nvPr userDrawn="1"/>
        </p:nvSpPr>
        <p:spPr>
          <a:xfrm flipV="1">
            <a:off x="8981493" y="0"/>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22">
            <a:extLst>
              <a:ext uri="{FF2B5EF4-FFF2-40B4-BE49-F238E27FC236}">
                <a16:creationId xmlns:a16="http://schemas.microsoft.com/office/drawing/2014/main" id="{3D075254-6FC4-6738-BBBE-1BACB99E424A}"/>
              </a:ext>
              <a:ext uri="{C183D7F6-B498-43B3-948B-1728B52AA6E4}">
                <adec:decorative xmlns:adec="http://schemas.microsoft.com/office/drawing/2017/decorative" val="1"/>
              </a:ext>
            </a:extLst>
          </p:cNvPr>
          <p:cNvSpPr>
            <a:spLocks noChangeAspect="1"/>
          </p:cNvSpPr>
          <p:nvPr userDrawn="1"/>
        </p:nvSpPr>
        <p:spPr>
          <a:xfrm flipH="1" flipV="1">
            <a:off x="0" y="-8"/>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056202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About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BA2562-20F9-9DC8-81EB-6ED26B24D7E3}"/>
              </a:ext>
              <a:ext uri="{C183D7F6-B498-43B3-948B-1728B52AA6E4}">
                <adec:decorative xmlns:adec="http://schemas.microsoft.com/office/drawing/2017/decorative" val="1"/>
              </a:ext>
            </a:extLst>
          </p:cNvPr>
          <p:cNvSpPr/>
          <p:nvPr userDrawn="1"/>
        </p:nvSpPr>
        <p:spPr>
          <a:xfrm>
            <a:off x="1" y="5983099"/>
            <a:ext cx="12192000" cy="8739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25">
            <a:extLst>
              <a:ext uri="{FF2B5EF4-FFF2-40B4-BE49-F238E27FC236}">
                <a16:creationId xmlns:a16="http://schemas.microsoft.com/office/drawing/2014/main" id="{369E878B-C75C-98DC-B694-2C40507C4945}"/>
              </a:ext>
              <a:ext uri="{C183D7F6-B498-43B3-948B-1728B52AA6E4}">
                <adec:decorative xmlns:adec="http://schemas.microsoft.com/office/drawing/2017/decorative" val="1"/>
              </a:ext>
            </a:extLst>
          </p:cNvPr>
          <p:cNvSpPr/>
          <p:nvPr userDrawn="1"/>
        </p:nvSpPr>
        <p:spPr>
          <a:xfrm>
            <a:off x="8991644" y="3657675"/>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27">
            <a:extLst>
              <a:ext uri="{FF2B5EF4-FFF2-40B4-BE49-F238E27FC236}">
                <a16:creationId xmlns:a16="http://schemas.microsoft.com/office/drawing/2014/main" id="{DC03A063-67E0-718E-206C-6C807C20026A}"/>
              </a:ext>
              <a:ext uri="{C183D7F6-B498-43B3-948B-1728B52AA6E4}">
                <adec:decorative xmlns:adec="http://schemas.microsoft.com/office/drawing/2017/decorative" val="1"/>
              </a:ext>
            </a:extLst>
          </p:cNvPr>
          <p:cNvSpPr>
            <a:spLocks noChangeAspect="1"/>
          </p:cNvSpPr>
          <p:nvPr userDrawn="1"/>
        </p:nvSpPr>
        <p:spPr>
          <a:xfrm flipH="1" flipV="1">
            <a:off x="0" y="-5"/>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30">
            <a:extLst>
              <a:ext uri="{FF2B5EF4-FFF2-40B4-BE49-F238E27FC236}">
                <a16:creationId xmlns:a16="http://schemas.microsoft.com/office/drawing/2014/main" id="{6D86FEEF-2721-A616-B636-7C6F8B1B5D56}"/>
              </a:ext>
              <a:ext uri="{C183D7F6-B498-43B3-948B-1728B52AA6E4}">
                <adec:decorative xmlns:adec="http://schemas.microsoft.com/office/drawing/2017/decorative" val="1"/>
              </a:ext>
            </a:extLst>
          </p:cNvPr>
          <p:cNvSpPr>
            <a:spLocks noChangeAspect="1"/>
          </p:cNvSpPr>
          <p:nvPr userDrawn="1"/>
        </p:nvSpPr>
        <p:spPr>
          <a:xfrm rot="16200000" flipH="1" flipV="1">
            <a:off x="-433923" y="5546250"/>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Title 17">
            <a:extLst>
              <a:ext uri="{FF2B5EF4-FFF2-40B4-BE49-F238E27FC236}">
                <a16:creationId xmlns:a16="http://schemas.microsoft.com/office/drawing/2014/main" id="{4AC20A76-77DC-62F7-C0E5-66C03853B31E}"/>
              </a:ext>
            </a:extLst>
          </p:cNvPr>
          <p:cNvSpPr>
            <a:spLocks noGrp="1"/>
          </p:cNvSpPr>
          <p:nvPr>
            <p:ph type="title" hasCustomPrompt="1"/>
          </p:nvPr>
        </p:nvSpPr>
        <p:spPr>
          <a:xfrm>
            <a:off x="1371599" y="1478396"/>
            <a:ext cx="3710355" cy="3445297"/>
          </a:xfrm>
        </p:spPr>
        <p:txBody>
          <a:bodyPr>
            <a:normAutofit/>
          </a:bodyPr>
          <a:lstStyle>
            <a:lvl1pPr>
              <a:defRPr sz="3600">
                <a:solidFill>
                  <a:schemeClr val="accent2">
                    <a:lumMod val="75000"/>
                  </a:schemeClr>
                </a:solidFill>
              </a:defRPr>
            </a:lvl1pPr>
          </a:lstStyle>
          <a:p>
            <a:r>
              <a:rPr lang="en-US" dirty="0"/>
              <a:t>Click to add title</a:t>
            </a:r>
          </a:p>
        </p:txBody>
      </p:sp>
      <p:sp>
        <p:nvSpPr>
          <p:cNvPr id="20" name="Content Placeholder 19">
            <a:extLst>
              <a:ext uri="{FF2B5EF4-FFF2-40B4-BE49-F238E27FC236}">
                <a16:creationId xmlns:a16="http://schemas.microsoft.com/office/drawing/2014/main" id="{CF99A149-DEF4-9E0F-D0DE-E859DB6CA539}"/>
              </a:ext>
            </a:extLst>
          </p:cNvPr>
          <p:cNvSpPr>
            <a:spLocks noGrp="1"/>
          </p:cNvSpPr>
          <p:nvPr>
            <p:ph sz="quarter" idx="10" hasCustomPrompt="1"/>
          </p:nvPr>
        </p:nvSpPr>
        <p:spPr>
          <a:xfrm>
            <a:off x="5360465" y="1477963"/>
            <a:ext cx="5536135" cy="3446462"/>
          </a:xfrm>
        </p:spPr>
        <p:txBody>
          <a:bodyPr anchor="ctr">
            <a:normAutofit/>
          </a:bodyPr>
          <a:lstStyle>
            <a:lvl1pPr marL="0" indent="0">
              <a:buNone/>
              <a:defRPr sz="180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chemeClr val="bg1"/>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046245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Content and Table">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37D82C4C-B372-8DAD-C78B-5A7079992701}"/>
              </a:ext>
              <a:ext uri="{C183D7F6-B498-43B3-948B-1728B52AA6E4}">
                <adec:decorative xmlns:adec="http://schemas.microsoft.com/office/drawing/2017/decorative" val="1"/>
              </a:ext>
            </a:extLst>
          </p:cNvPr>
          <p:cNvSpPr>
            <a:spLocks noChangeAspect="1"/>
          </p:cNvSpPr>
          <p:nvPr userDrawn="1"/>
        </p:nvSpPr>
        <p:spPr>
          <a:xfrm flipH="1" flipV="1">
            <a:off x="0" y="0"/>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CE543C86-04BB-A7E0-26E4-1A793E98CB9A}"/>
              </a:ext>
            </a:extLst>
          </p:cNvPr>
          <p:cNvSpPr>
            <a:spLocks noGrp="1"/>
          </p:cNvSpPr>
          <p:nvPr>
            <p:ph type="title" hasCustomPrompt="1"/>
          </p:nvPr>
        </p:nvSpPr>
        <p:spPr>
          <a:xfrm>
            <a:off x="1342052" y="345441"/>
            <a:ext cx="10202248" cy="1766918"/>
          </a:xfrm>
        </p:spPr>
        <p:txBody>
          <a:bodyPr>
            <a:normAutofit/>
          </a:bodyPr>
          <a:lstStyle>
            <a:lvl1pPr>
              <a:defRPr sz="3600">
                <a:solidFill>
                  <a:schemeClr val="accent2">
                    <a:lumMod val="75000"/>
                  </a:schemeClr>
                </a:solidFill>
              </a:defRPr>
            </a:lvl1pPr>
          </a:lstStyle>
          <a:p>
            <a:r>
              <a:rPr lang="en-US" dirty="0"/>
              <a:t>Click to add title</a:t>
            </a:r>
          </a:p>
        </p:txBody>
      </p:sp>
      <p:sp>
        <p:nvSpPr>
          <p:cNvPr id="10" name="Content Placeholder 20">
            <a:extLst>
              <a:ext uri="{FF2B5EF4-FFF2-40B4-BE49-F238E27FC236}">
                <a16:creationId xmlns:a16="http://schemas.microsoft.com/office/drawing/2014/main" id="{D1D15020-88F7-93D5-282B-0C23CB757886}"/>
              </a:ext>
            </a:extLst>
          </p:cNvPr>
          <p:cNvSpPr>
            <a:spLocks noGrp="1"/>
          </p:cNvSpPr>
          <p:nvPr>
            <p:ph sz="quarter" idx="11" hasCustomPrompt="1"/>
          </p:nvPr>
        </p:nvSpPr>
        <p:spPr>
          <a:xfrm>
            <a:off x="1371205" y="2282826"/>
            <a:ext cx="3180475" cy="3651250"/>
          </a:xfrm>
        </p:spPr>
        <p:txBody>
          <a:bodyPr>
            <a:normAutofit/>
          </a:bodyPr>
          <a:lstStyle>
            <a:lvl1pPr>
              <a:spcBef>
                <a:spcPts val="0"/>
              </a:spcBef>
              <a:spcAft>
                <a:spcPts val="600"/>
              </a:spcAft>
              <a:buClr>
                <a:schemeClr val="tx1"/>
              </a:buClr>
              <a:defRPr sz="1800" b="1"/>
            </a:lvl1pPr>
            <a:lvl2pPr>
              <a:spcBef>
                <a:spcPts val="0"/>
              </a:spcBef>
              <a:spcAft>
                <a:spcPts val="600"/>
              </a:spcAft>
              <a:buClr>
                <a:schemeClr val="tx1"/>
              </a:buClr>
              <a:defRPr sz="1600" b="1"/>
            </a:lvl2pPr>
            <a:lvl3pPr>
              <a:spcBef>
                <a:spcPts val="0"/>
              </a:spcBef>
              <a:spcAft>
                <a:spcPts val="600"/>
              </a:spcAft>
              <a:buClr>
                <a:schemeClr val="tx1"/>
              </a:buClr>
              <a:defRPr sz="1400" b="1"/>
            </a:lvl3pPr>
            <a:lvl4pPr>
              <a:spcBef>
                <a:spcPts val="0"/>
              </a:spcBef>
              <a:spcAft>
                <a:spcPts val="600"/>
              </a:spcAft>
              <a:buClr>
                <a:schemeClr val="tx1"/>
              </a:buClr>
              <a:defRPr sz="1200" b="1"/>
            </a:lvl4pPr>
            <a:lvl5pPr>
              <a:spcBef>
                <a:spcPts val="0"/>
              </a:spcBef>
              <a:spcAft>
                <a:spcPts val="600"/>
              </a:spcAft>
              <a:buClr>
                <a:schemeClr val="tx1"/>
              </a:buClr>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able Placeholder 11">
            <a:extLst>
              <a:ext uri="{FF2B5EF4-FFF2-40B4-BE49-F238E27FC236}">
                <a16:creationId xmlns:a16="http://schemas.microsoft.com/office/drawing/2014/main" id="{675AC522-525C-4C6F-8F28-3B2FC909B3FF}"/>
              </a:ext>
            </a:extLst>
          </p:cNvPr>
          <p:cNvSpPr>
            <a:spLocks noGrp="1"/>
          </p:cNvSpPr>
          <p:nvPr>
            <p:ph type="tbl" sz="quarter" idx="12"/>
          </p:nvPr>
        </p:nvSpPr>
        <p:spPr>
          <a:xfrm>
            <a:off x="4940300" y="2282825"/>
            <a:ext cx="5880100" cy="3651250"/>
          </a:xfrm>
        </p:spPr>
        <p:txBody>
          <a:bodyPr/>
          <a:lstStyle>
            <a:lvl1pPr marL="0" indent="0">
              <a:buNone/>
              <a:defRPr/>
            </a:lvl1pPr>
          </a:lstStyle>
          <a:p>
            <a:r>
              <a:rPr lang="en-US"/>
              <a:t>Click icon to add table</a:t>
            </a:r>
            <a:endParaRPr lang="en-US" dirty="0"/>
          </a:p>
        </p:txBody>
      </p:sp>
      <p:sp>
        <p:nvSpPr>
          <p:cNvPr id="8" name="Slide Number Placeholder 5">
            <a:extLst>
              <a:ext uri="{FF2B5EF4-FFF2-40B4-BE49-F238E27FC236}">
                <a16:creationId xmlns:a16="http://schemas.microsoft.com/office/drawing/2014/main" id="{B00D9D4E-52D5-4BAF-8096-D301073D3569}"/>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chemeClr val="accent2">
                    <a:lumMod val="75000"/>
                  </a:schemeClr>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351615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Closing 1">
    <p:bg>
      <p:bgPr>
        <a:solidFill>
          <a:schemeClr val="accent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181407F-D7F6-56CB-135C-01868BC1917D}"/>
              </a:ext>
            </a:extLst>
          </p:cNvPr>
          <p:cNvSpPr>
            <a:spLocks noGrp="1"/>
          </p:cNvSpPr>
          <p:nvPr>
            <p:ph type="title" hasCustomPrompt="1"/>
          </p:nvPr>
        </p:nvSpPr>
        <p:spPr>
          <a:xfrm>
            <a:off x="1371597" y="1088211"/>
            <a:ext cx="4602483" cy="4896019"/>
          </a:xfrm>
        </p:spPr>
        <p:txBody>
          <a:bodyPr>
            <a:normAutofit/>
          </a:bodyPr>
          <a:lstStyle>
            <a:lvl1pPr>
              <a:defRPr sz="4800">
                <a:solidFill>
                  <a:schemeClr val="bg2"/>
                </a:solidFill>
              </a:defRPr>
            </a:lvl1pPr>
          </a:lstStyle>
          <a:p>
            <a:r>
              <a:rPr lang="en-US" dirty="0"/>
              <a:t>Click to add title</a:t>
            </a:r>
          </a:p>
        </p:txBody>
      </p:sp>
      <p:sp>
        <p:nvSpPr>
          <p:cNvPr id="2" name="Rectangle 1">
            <a:extLst>
              <a:ext uri="{FF2B5EF4-FFF2-40B4-BE49-F238E27FC236}">
                <a16:creationId xmlns:a16="http://schemas.microsoft.com/office/drawing/2014/main" id="{7E517585-E867-BB06-B195-272DA0FD4799}"/>
              </a:ext>
              <a:ext uri="{C183D7F6-B498-43B3-948B-1728B52AA6E4}">
                <adec:decorative xmlns:adec="http://schemas.microsoft.com/office/drawing/2017/decorative" val="1"/>
              </a:ext>
            </a:extLst>
          </p:cNvPr>
          <p:cNvSpPr/>
          <p:nvPr userDrawn="1"/>
        </p:nvSpPr>
        <p:spPr>
          <a:xfrm>
            <a:off x="1" y="-8"/>
            <a:ext cx="12192000" cy="87392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C92D9EBD-88FB-A2C3-7EC2-46DD7B53267E}"/>
              </a:ext>
              <a:ext uri="{C183D7F6-B498-43B3-948B-1728B52AA6E4}">
                <adec:decorative xmlns:adec="http://schemas.microsoft.com/office/drawing/2017/decorative" val="1"/>
              </a:ext>
            </a:extLst>
          </p:cNvPr>
          <p:cNvSpPr/>
          <p:nvPr userDrawn="1"/>
        </p:nvSpPr>
        <p:spPr>
          <a:xfrm rot="5400000">
            <a:off x="-2990939" y="2990938"/>
            <a:ext cx="6855801"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22">
            <a:extLst>
              <a:ext uri="{FF2B5EF4-FFF2-40B4-BE49-F238E27FC236}">
                <a16:creationId xmlns:a16="http://schemas.microsoft.com/office/drawing/2014/main" id="{CB417425-9078-B6E8-97F7-BAA1536BA069}"/>
              </a:ext>
              <a:ext uri="{C183D7F6-B498-43B3-948B-1728B52AA6E4}">
                <adec:decorative xmlns:adec="http://schemas.microsoft.com/office/drawing/2017/decorative" val="1"/>
              </a:ext>
            </a:extLst>
          </p:cNvPr>
          <p:cNvSpPr>
            <a:spLocks noChangeAspect="1"/>
          </p:cNvSpPr>
          <p:nvPr userDrawn="1"/>
        </p:nvSpPr>
        <p:spPr>
          <a:xfrm flipH="1" flipV="1">
            <a:off x="0" y="-8"/>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4">
            <a:extLst>
              <a:ext uri="{FF2B5EF4-FFF2-40B4-BE49-F238E27FC236}">
                <a16:creationId xmlns:a16="http://schemas.microsoft.com/office/drawing/2014/main" id="{D7F56B38-71B8-A745-8D9C-BBEA278F3FC5}"/>
              </a:ext>
              <a:ext uri="{C183D7F6-B498-43B3-948B-1728B52AA6E4}">
                <adec:decorative xmlns:adec="http://schemas.microsoft.com/office/drawing/2017/decorative" val="1"/>
              </a:ext>
            </a:extLst>
          </p:cNvPr>
          <p:cNvSpPr>
            <a:spLocks noChangeAspect="1"/>
          </p:cNvSpPr>
          <p:nvPr userDrawn="1"/>
        </p:nvSpPr>
        <p:spPr>
          <a:xfrm>
            <a:off x="9905999" y="4572027"/>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60000"/>
              <a:lumOff val="4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Content Placeholder 10">
            <a:extLst>
              <a:ext uri="{FF2B5EF4-FFF2-40B4-BE49-F238E27FC236}">
                <a16:creationId xmlns:a16="http://schemas.microsoft.com/office/drawing/2014/main" id="{45E5C644-63C0-D8A4-7EF1-1681AFB1F4D9}"/>
              </a:ext>
            </a:extLst>
          </p:cNvPr>
          <p:cNvSpPr>
            <a:spLocks noGrp="1"/>
          </p:cNvSpPr>
          <p:nvPr>
            <p:ph sz="quarter" idx="10" hasCustomPrompt="1"/>
          </p:nvPr>
        </p:nvSpPr>
        <p:spPr>
          <a:xfrm>
            <a:off x="6324599" y="1088210"/>
            <a:ext cx="4373564" cy="4894894"/>
          </a:xfrm>
        </p:spPr>
        <p:txBody>
          <a:bodyPr anchor="ctr">
            <a:normAutofit/>
          </a:bodyPr>
          <a:lstStyle>
            <a:lvl1pPr marL="0" indent="0">
              <a:spcBef>
                <a:spcPts val="0"/>
              </a:spcBef>
              <a:spcAft>
                <a:spcPts val="600"/>
              </a:spcAft>
              <a:buNone/>
              <a:defRPr sz="1800" b="1">
                <a:solidFill>
                  <a:schemeClr val="bg2"/>
                </a:solidFill>
              </a:defRPr>
            </a:lvl1pPr>
            <a:lvl2pPr marL="457200" indent="0">
              <a:spcBef>
                <a:spcPts val="0"/>
              </a:spcBef>
              <a:spcAft>
                <a:spcPts val="600"/>
              </a:spcAft>
              <a:buNone/>
              <a:defRPr sz="1600" b="1">
                <a:solidFill>
                  <a:schemeClr val="bg2"/>
                </a:solidFill>
              </a:defRPr>
            </a:lvl2pPr>
            <a:lvl3pPr marL="914400" indent="0">
              <a:spcBef>
                <a:spcPts val="0"/>
              </a:spcBef>
              <a:spcAft>
                <a:spcPts val="600"/>
              </a:spcAft>
              <a:buNone/>
              <a:defRPr sz="1400" b="1">
                <a:solidFill>
                  <a:schemeClr val="bg2"/>
                </a:solidFill>
              </a:defRPr>
            </a:lvl3pPr>
            <a:lvl4pPr marL="1371600" indent="0">
              <a:spcBef>
                <a:spcPts val="0"/>
              </a:spcBef>
              <a:spcAft>
                <a:spcPts val="600"/>
              </a:spcAft>
              <a:buNone/>
              <a:defRPr sz="1200" b="1">
                <a:solidFill>
                  <a:schemeClr val="bg2"/>
                </a:solidFill>
              </a:defRPr>
            </a:lvl4pPr>
            <a:lvl5pPr marL="1828800" indent="0">
              <a:spcBef>
                <a:spcPts val="0"/>
              </a:spcBef>
              <a:spcAft>
                <a:spcPts val="600"/>
              </a:spcAft>
              <a:buNone/>
              <a:defRPr sz="1200" b="1">
                <a:solidFill>
                  <a:schemeClr val="bg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019828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sz="1000" dirty="0"/>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3053643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33" r:id="rId14"/>
    <p:sldLayoutId id="2147483736" r:id="rId15"/>
  </p:sldLayoutIdLst>
  <p:hf hdr="0" ftr="0" dt="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file:///C:\Users\Namng\Documents\VPProjects\qu&#7843;n%20l&#253;%20s&#7843;n%20ph&#7849;m.jp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0D9AD-F97D-8DCF-97C2-FEE69475C0BC}"/>
              </a:ext>
            </a:extLst>
          </p:cNvPr>
          <p:cNvSpPr>
            <a:spLocks noGrp="1"/>
          </p:cNvSpPr>
          <p:nvPr>
            <p:ph type="title"/>
          </p:nvPr>
        </p:nvSpPr>
        <p:spPr/>
        <p:txBody>
          <a:bodyPr/>
          <a:lstStyle/>
          <a:p>
            <a:r>
              <a:rPr lang="vi-VN" b="1" dirty="0">
                <a:latin typeface="Times New Roman" panose="02020603050405020304" pitchFamily="18" charset="0"/>
                <a:cs typeface="Times New Roman" panose="02020603050405020304" pitchFamily="18" charset="0"/>
              </a:rPr>
              <a:t>Phân tích thiết kế hệ thống quản lý cửa hàng bán mô hình</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D9882FA-049D-25F3-3F24-590E9D0F184A}"/>
              </a:ext>
            </a:extLst>
          </p:cNvPr>
          <p:cNvSpPr>
            <a:spLocks noGrp="1"/>
          </p:cNvSpPr>
          <p:nvPr>
            <p:ph type="sldNum" sz="quarter" idx="4"/>
          </p:nvPr>
        </p:nvSpPr>
        <p:spPr/>
        <p:txBody>
          <a:bodyPr/>
          <a:lstStyle/>
          <a:p>
            <a:fld id="{08AB70BE-1769-45B8-85A6-0C837432C7E6}" type="slidenum">
              <a:rPr lang="en-US" smtClean="0"/>
              <a:pPr/>
              <a:t>1</a:t>
            </a:fld>
            <a:endParaRPr lang="en-US" dirty="0"/>
          </a:p>
        </p:txBody>
      </p:sp>
      <p:sp>
        <p:nvSpPr>
          <p:cNvPr id="4" name="TextBox 3">
            <a:extLst>
              <a:ext uri="{FF2B5EF4-FFF2-40B4-BE49-F238E27FC236}">
                <a16:creationId xmlns:a16="http://schemas.microsoft.com/office/drawing/2014/main" id="{A2C0ED56-E45F-A14F-6F98-A87063113AC9}"/>
              </a:ext>
            </a:extLst>
          </p:cNvPr>
          <p:cNvSpPr txBox="1"/>
          <p:nvPr/>
        </p:nvSpPr>
        <p:spPr>
          <a:xfrm>
            <a:off x="1350405" y="4771836"/>
            <a:ext cx="3190297" cy="1323439"/>
          </a:xfrm>
          <a:prstGeom prst="rect">
            <a:avLst/>
          </a:prstGeom>
          <a:noFill/>
        </p:spPr>
        <p:txBody>
          <a:bodyPr wrap="none" rtlCol="0">
            <a:spAutoFit/>
          </a:bodyPr>
          <a:lstStyle/>
          <a:p>
            <a:r>
              <a:rPr lang="vi-VN" sz="2000" dirty="0">
                <a:solidFill>
                  <a:schemeClr val="bg2"/>
                </a:solidFill>
                <a:latin typeface="Times New Roman" panose="02020603050405020304" pitchFamily="18" charset="0"/>
                <a:cs typeface="Times New Roman" panose="02020603050405020304" pitchFamily="18" charset="0"/>
              </a:rPr>
              <a:t>Họ và tên : Nguyễn Hải Nam</a:t>
            </a:r>
          </a:p>
          <a:p>
            <a:r>
              <a:rPr lang="vi-VN" sz="2000" dirty="0">
                <a:solidFill>
                  <a:schemeClr val="bg2"/>
                </a:solidFill>
                <a:latin typeface="Times New Roman" panose="02020603050405020304" pitchFamily="18" charset="0"/>
                <a:cs typeface="Times New Roman" panose="02020603050405020304" pitchFamily="18" charset="0"/>
              </a:rPr>
              <a:t>Mã sinh viên : 10123234</a:t>
            </a:r>
          </a:p>
          <a:p>
            <a:r>
              <a:rPr lang="vi-VN" sz="2000" dirty="0">
                <a:solidFill>
                  <a:schemeClr val="bg2"/>
                </a:solidFill>
                <a:latin typeface="Times New Roman" panose="02020603050405020304" pitchFamily="18" charset="0"/>
                <a:cs typeface="Times New Roman" panose="02020603050405020304" pitchFamily="18" charset="0"/>
              </a:rPr>
              <a:t>Mã lớp 12523W.1</a:t>
            </a:r>
            <a:endParaRPr lang="en-US" sz="2000" dirty="0">
              <a:solidFill>
                <a:schemeClr val="bg2"/>
              </a:solidFill>
              <a:latin typeface="Times New Roman" panose="02020603050405020304" pitchFamily="18" charset="0"/>
              <a:cs typeface="Times New Roman" panose="02020603050405020304" pitchFamily="18" charset="0"/>
            </a:endParaRPr>
          </a:p>
          <a:p>
            <a:endParaRPr lang="en-US" sz="20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04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504103-6319-C1BA-994F-97D3A9F1AA56}"/>
              </a:ext>
            </a:extLst>
          </p:cNvPr>
          <p:cNvSpPr>
            <a:spLocks noGrp="1"/>
          </p:cNvSpPr>
          <p:nvPr>
            <p:ph type="title"/>
          </p:nvPr>
        </p:nvSpPr>
        <p:spPr>
          <a:xfrm>
            <a:off x="4096632" y="205891"/>
            <a:ext cx="4108745" cy="938623"/>
          </a:xfrm>
        </p:spPr>
        <p:txBody>
          <a:bodyPr/>
          <a:lstStyle/>
          <a:p>
            <a:r>
              <a:rPr lang="vi-VN" b="1" dirty="0">
                <a:latin typeface="Times New Roman" panose="02020603050405020304" pitchFamily="18" charset="0"/>
                <a:cs typeface="Times New Roman" panose="02020603050405020304" pitchFamily="18" charset="0"/>
              </a:rPr>
              <a:t>Giới thiệu đề tài</a:t>
            </a:r>
            <a:endParaRPr lang="en-US"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D7927D6-AFA7-348E-8C32-400C1E6F321D}"/>
              </a:ext>
            </a:extLst>
          </p:cNvPr>
          <p:cNvSpPr>
            <a:spLocks noGrp="1"/>
          </p:cNvSpPr>
          <p:nvPr>
            <p:ph sz="quarter" idx="10"/>
          </p:nvPr>
        </p:nvSpPr>
        <p:spPr>
          <a:xfrm>
            <a:off x="851320" y="1432337"/>
            <a:ext cx="11096436" cy="1878197"/>
          </a:xfrm>
        </p:spPr>
        <p:txBody>
          <a:bodyPr>
            <a:normAutofit/>
          </a:bodyPr>
          <a:lstStyle/>
          <a:p>
            <a:r>
              <a:rPr lang="vi-VN"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Trong </a:t>
            </a:r>
            <a:r>
              <a:rPr lang="en-US" sz="1500" dirty="0" err="1">
                <a:latin typeface="Times New Roman" panose="02020603050405020304" pitchFamily="18" charset="0"/>
                <a:cs typeface="Times New Roman" panose="02020603050405020304" pitchFamily="18" charset="0"/>
              </a:rPr>
              <a:t>những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năm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gần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đây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cầu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mua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sắm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trực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tuyến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tại</a:t>
            </a:r>
            <a:r>
              <a:rPr lang="en-US" sz="1500" dirty="0">
                <a:latin typeface="Times New Roman" panose="02020603050405020304" pitchFamily="18" charset="0"/>
                <a:cs typeface="Times New Roman" panose="02020603050405020304" pitchFamily="18" charset="0"/>
              </a:rPr>
              <a:t> Việt Nam </a:t>
            </a:r>
            <a:r>
              <a:rPr lang="en-US" sz="1500" dirty="0" err="1">
                <a:latin typeface="Times New Roman" panose="02020603050405020304" pitchFamily="18" charset="0"/>
                <a:cs typeface="Times New Roman" panose="02020603050405020304" pitchFamily="18" charset="0"/>
              </a:rPr>
              <a:t>tăng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trưởng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mạnh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mẽ</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nhờ</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phát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triển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của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thương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mại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điện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tử</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công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nghệ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thanh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toán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số</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thói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quen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tiêu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dùng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mới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Đặc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biệt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thị</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trường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hình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sưu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tầm</a:t>
            </a:r>
            <a:r>
              <a:rPr lang="en-US" sz="1500" dirty="0">
                <a:latin typeface="Times New Roman" panose="02020603050405020304" pitchFamily="18" charset="0"/>
                <a:cs typeface="Times New Roman" panose="02020603050405020304" pitchFamily="18" charset="0"/>
              </a:rPr>
              <a:t> (Gundam, Lego, Figure, </a:t>
            </a:r>
            <a:r>
              <a:rPr lang="en-US" sz="1500" dirty="0" err="1">
                <a:latin typeface="Times New Roman" panose="02020603050405020304" pitchFamily="18" charset="0"/>
                <a:cs typeface="Times New Roman" panose="02020603050405020304" pitchFamily="18" charset="0"/>
              </a:rPr>
              <a:t>xe</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hình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đang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ngày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được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giới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trẻ</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quan</a:t>
            </a:r>
            <a:r>
              <a:rPr lang="en-US" sz="1500" dirty="0">
                <a:latin typeface="Times New Roman" panose="02020603050405020304" pitchFamily="18" charset="0"/>
                <a:cs typeface="Times New Roman" panose="02020603050405020304" pitchFamily="18" charset="0"/>
              </a:rPr>
              <a:t> </a:t>
            </a:r>
            <a:r>
              <a:rPr lang="vi-VN" sz="1500" dirty="0">
                <a:latin typeface="Times New Roman" panose="02020603050405020304" pitchFamily="18" charset="0"/>
                <a:cs typeface="Times New Roman" panose="02020603050405020304" pitchFamily="18" charset="0"/>
              </a:rPr>
              <a:t>tâm, </a:t>
            </a:r>
            <a:r>
              <a:rPr lang="en-US" sz="1500" dirty="0" err="1">
                <a:latin typeface="Times New Roman" panose="02020603050405020304" pitchFamily="18" charset="0"/>
                <a:cs typeface="Times New Roman" panose="02020603050405020304" pitchFamily="18" charset="0"/>
              </a:rPr>
              <a:t>tuy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nhiên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vẫn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tồn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tại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nhiều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chế</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trong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cách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vận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hiện</a:t>
            </a:r>
            <a:r>
              <a:rPr lang="en-US" sz="1500" dirty="0">
                <a:latin typeface="Times New Roman" panose="02020603050405020304" pitchFamily="18" charset="0"/>
                <a:cs typeface="Times New Roman" panose="02020603050405020304" pitchFamily="18" charset="0"/>
              </a:rPr>
              <a:t> nay</a:t>
            </a:r>
            <a:r>
              <a:rPr lang="vi-VN" sz="1500" dirty="0">
                <a:latin typeface="Times New Roman" panose="02020603050405020304" pitchFamily="18" charset="0"/>
                <a:cs typeface="Times New Roman" panose="02020603050405020304" pitchFamily="18" charset="0"/>
              </a:rPr>
              <a:t> .</a:t>
            </a:r>
          </a:p>
          <a:p>
            <a:r>
              <a:rPr lang="vi-VN" sz="1500" dirty="0">
                <a:latin typeface="Times New Roman" panose="02020603050405020304" pitchFamily="18" charset="0"/>
                <a:cs typeface="Times New Roman" panose="02020603050405020304" pitchFamily="18" charset="0"/>
              </a:rPr>
              <a:t>- Vì vậy đề tài này này được lựa chọn nhằm nghiên cứuthieets kết hệ thống quản lý cửa hàng bán mô hình nhằm tối ưu hóa và nâng cao hiệu quả kinh doanh</a:t>
            </a:r>
            <a:endParaRPr lang="en-US" sz="15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991DBFA3-4929-EF34-6EC0-62D2B6817892}"/>
              </a:ext>
            </a:extLst>
          </p:cNvPr>
          <p:cNvSpPr>
            <a:spLocks noGrp="1"/>
          </p:cNvSpPr>
          <p:nvPr>
            <p:ph type="sldNum" sz="quarter" idx="4"/>
          </p:nvPr>
        </p:nvSpPr>
        <p:spPr/>
        <p:txBody>
          <a:bodyPr/>
          <a:lstStyle/>
          <a:p>
            <a:fld id="{08AB70BE-1769-45B8-85A6-0C837432C7E6}" type="slidenum">
              <a:rPr lang="en-US" smtClean="0"/>
              <a:pPr/>
              <a:t>2</a:t>
            </a:fld>
            <a:endParaRPr lang="en-US" dirty="0"/>
          </a:p>
        </p:txBody>
      </p:sp>
      <p:sp>
        <p:nvSpPr>
          <p:cNvPr id="5" name="TextBox 4">
            <a:extLst>
              <a:ext uri="{FF2B5EF4-FFF2-40B4-BE49-F238E27FC236}">
                <a16:creationId xmlns:a16="http://schemas.microsoft.com/office/drawing/2014/main" id="{4DFA32E4-ED2E-93F1-7899-D675C9B26F87}"/>
              </a:ext>
            </a:extLst>
          </p:cNvPr>
          <p:cNvSpPr txBox="1"/>
          <p:nvPr/>
        </p:nvSpPr>
        <p:spPr>
          <a:xfrm>
            <a:off x="650880" y="879657"/>
            <a:ext cx="1800493"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Lý do chọn đề tài</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26B4FE6-D038-04A9-C8C4-49AE08483DAF}"/>
              </a:ext>
            </a:extLst>
          </p:cNvPr>
          <p:cNvSpPr txBox="1"/>
          <p:nvPr/>
        </p:nvSpPr>
        <p:spPr>
          <a:xfrm>
            <a:off x="535463" y="3362801"/>
            <a:ext cx="2149948"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Mục đích nghiên cứu</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712B810-8082-F731-D84F-625D8636B899}"/>
              </a:ext>
            </a:extLst>
          </p:cNvPr>
          <p:cNvSpPr txBox="1"/>
          <p:nvPr/>
        </p:nvSpPr>
        <p:spPr>
          <a:xfrm>
            <a:off x="650880" y="4554870"/>
            <a:ext cx="2034531"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Phạm vi nghiên cứu</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C60B877-6746-FD6F-A737-A2360AD605D8}"/>
              </a:ext>
            </a:extLst>
          </p:cNvPr>
          <p:cNvSpPr txBox="1"/>
          <p:nvPr/>
        </p:nvSpPr>
        <p:spPr>
          <a:xfrm>
            <a:off x="938118" y="5080249"/>
            <a:ext cx="10367741" cy="553998"/>
          </a:xfrm>
          <a:prstGeom prst="rect">
            <a:avLst/>
          </a:prstGeom>
          <a:noFill/>
        </p:spPr>
        <p:txBody>
          <a:bodyPr wrap="square">
            <a:spAutoFit/>
          </a:bodyPr>
          <a:lstStyle/>
          <a:p>
            <a:r>
              <a:rPr lang="vi-V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Xây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dựng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thử</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nghiệm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thống</a:t>
            </a:r>
            <a:r>
              <a:rPr lang="en-US" sz="1500" dirty="0">
                <a:latin typeface="Times New Roman" panose="02020603050405020304" pitchFamily="18" charset="0"/>
                <a:cs typeface="Times New Roman" panose="02020603050405020304" pitchFamily="18" charset="0"/>
              </a:rPr>
              <a:t> website </a:t>
            </a:r>
            <a:r>
              <a:rPr lang="en-US" sz="1500" dirty="0" err="1">
                <a:latin typeface="Times New Roman" panose="02020603050405020304" pitchFamily="18" charset="0"/>
                <a:cs typeface="Times New Roman" panose="02020603050405020304" pitchFamily="18" charset="0"/>
              </a:rPr>
              <a:t>bán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hình</a:t>
            </a:r>
            <a:r>
              <a:rPr lang="en-US" sz="1500" dirty="0">
                <a:latin typeface="Times New Roman" panose="02020603050405020304" pitchFamily="18" charset="0"/>
                <a:cs typeface="Times New Roman" panose="02020603050405020304" pitchFamily="18" charset="0"/>
              </a:rPr>
              <a:t> ở </a:t>
            </a:r>
            <a:r>
              <a:rPr lang="en-US" sz="1500" dirty="0" err="1">
                <a:latin typeface="Times New Roman" panose="02020603050405020304" pitchFamily="18" charset="0"/>
                <a:cs typeface="Times New Roman" panose="02020603050405020304" pitchFamily="18" charset="0"/>
              </a:rPr>
              <a:t>quy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cửa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vừa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nhỏ</a:t>
            </a:r>
            <a:r>
              <a:rPr lang="en-US" sz="1500" dirty="0">
                <a:latin typeface="Times New Roman" panose="02020603050405020304" pitchFamily="18" charset="0"/>
                <a:cs typeface="Times New Roman" panose="02020603050405020304" pitchFamily="18" charset="0"/>
              </a:rPr>
              <a:t>.</a:t>
            </a:r>
          </a:p>
          <a:p>
            <a:r>
              <a:rPr lang="vi-V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Tập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trung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chức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quản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lý</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sản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phẩm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khách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thống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phân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quyền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báo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cáo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cơ</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bản</a:t>
            </a:r>
            <a:r>
              <a:rPr lang="en-US" sz="1500"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13108E9E-0193-EBA2-2E9D-09C0D1C5AB9E}"/>
              </a:ext>
            </a:extLst>
          </p:cNvPr>
          <p:cNvSpPr txBox="1"/>
          <p:nvPr/>
        </p:nvSpPr>
        <p:spPr>
          <a:xfrm>
            <a:off x="895952" y="3875604"/>
            <a:ext cx="10609743" cy="523220"/>
          </a:xfrm>
          <a:prstGeom prst="rect">
            <a:avLst/>
          </a:prstGeom>
          <a:noFill/>
        </p:spPr>
        <p:txBody>
          <a:bodyPr wrap="square" rtlCol="0">
            <a:spAutoFit/>
          </a:bodyPr>
          <a:lstStyle/>
          <a:p>
            <a:r>
              <a:rPr lang="vi-VN"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Xây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dựng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các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biểu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đồ</a:t>
            </a:r>
            <a:r>
              <a:rPr lang="en-US" sz="1500" dirty="0">
                <a:latin typeface="Times New Roman" panose="02020603050405020304" pitchFamily="18" charset="0"/>
                <a:cs typeface="Times New Roman" panose="02020603050405020304" pitchFamily="18" charset="0"/>
              </a:rPr>
              <a:t> UML (Use Case, </a:t>
            </a:r>
            <a:r>
              <a:rPr lang="en-US" sz="1500" dirty="0" err="1">
                <a:latin typeface="Times New Roman" panose="02020603050405020304" pitchFamily="18" charset="0"/>
                <a:cs typeface="Times New Roman" panose="02020603050405020304" pitchFamily="18" charset="0"/>
              </a:rPr>
              <a:t>lớp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tuần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hoạt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động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triển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khai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tả</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rõ</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ràng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chức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cấu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trúc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thống</a:t>
            </a:r>
            <a:r>
              <a:rPr lang="en-US" sz="1500" dirty="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7017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B8613F-2883-10AE-89EE-754728CFC72D}"/>
              </a:ext>
            </a:extLst>
          </p:cNvPr>
          <p:cNvSpPr>
            <a:spLocks noGrp="1"/>
          </p:cNvSpPr>
          <p:nvPr>
            <p:ph type="title"/>
          </p:nvPr>
        </p:nvSpPr>
        <p:spPr>
          <a:xfrm>
            <a:off x="1608500" y="-14428"/>
            <a:ext cx="5064804" cy="938352"/>
          </a:xfrm>
        </p:spPr>
        <p:txBody>
          <a:bodyPr>
            <a:normAutofit fontScale="90000"/>
          </a:bodyPr>
          <a:lstStyle/>
          <a:p>
            <a:r>
              <a:rPr lang="vi-VN" dirty="0">
                <a:latin typeface="Times New Roman" panose="02020603050405020304" pitchFamily="18" charset="0"/>
                <a:cs typeface="Times New Roman" panose="02020603050405020304" pitchFamily="18" charset="0"/>
              </a:rPr>
              <a:t>Biểu đồ tổng quát use case</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79E97A5F-8A74-2493-9B0C-E5376396F1B7}"/>
              </a:ext>
            </a:extLst>
          </p:cNvPr>
          <p:cNvSpPr>
            <a:spLocks noGrp="1"/>
          </p:cNvSpPr>
          <p:nvPr>
            <p:ph type="sldNum" sz="quarter" idx="4"/>
          </p:nvPr>
        </p:nvSpPr>
        <p:spPr/>
        <p:txBody>
          <a:bodyPr/>
          <a:lstStyle/>
          <a:p>
            <a:fld id="{08AB70BE-1769-45B8-85A6-0C837432C7E6}" type="slidenum">
              <a:rPr lang="en-US" smtClean="0"/>
              <a:pPr/>
              <a:t>3</a:t>
            </a:fld>
            <a:endParaRPr lang="en-US" dirty="0"/>
          </a:p>
        </p:txBody>
      </p:sp>
      <p:pic>
        <p:nvPicPr>
          <p:cNvPr id="1026" name="Picture 2">
            <a:extLst>
              <a:ext uri="{FF2B5EF4-FFF2-40B4-BE49-F238E27FC236}">
                <a16:creationId xmlns:a16="http://schemas.microsoft.com/office/drawing/2014/main" id="{7091DF32-4767-5BFE-AF1E-2EC045DC95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149" y="923924"/>
            <a:ext cx="9295100" cy="582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8824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20AE-3FD0-C210-AD5A-F8159CEF32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35B72E-A1F7-4ACD-6861-3BBFCD4424F9}"/>
              </a:ext>
            </a:extLst>
          </p:cNvPr>
          <p:cNvSpPr>
            <a:spLocks noGrp="1"/>
          </p:cNvSpPr>
          <p:nvPr>
            <p:ph type="title"/>
          </p:nvPr>
        </p:nvSpPr>
        <p:spPr>
          <a:xfrm>
            <a:off x="1608500" y="-14428"/>
            <a:ext cx="5064804" cy="938352"/>
          </a:xfrm>
        </p:spPr>
        <p:txBody>
          <a:bodyPr>
            <a:normAutofit/>
          </a:bodyPr>
          <a:lstStyle/>
          <a:p>
            <a:r>
              <a:rPr lang="vi-VN" dirty="0">
                <a:latin typeface="Times New Roman" panose="02020603050405020304" pitchFamily="18" charset="0"/>
                <a:cs typeface="Times New Roman" panose="02020603050405020304" pitchFamily="18" charset="0"/>
              </a:rPr>
              <a:t>Biểu đồ use case </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35E79920-42EC-2D1D-CE5A-680363896BF5}"/>
              </a:ext>
            </a:extLst>
          </p:cNvPr>
          <p:cNvSpPr>
            <a:spLocks noGrp="1"/>
          </p:cNvSpPr>
          <p:nvPr>
            <p:ph type="sldNum" sz="quarter" idx="4"/>
          </p:nvPr>
        </p:nvSpPr>
        <p:spPr/>
        <p:txBody>
          <a:bodyPr/>
          <a:lstStyle/>
          <a:p>
            <a:fld id="{08AB70BE-1769-45B8-85A6-0C837432C7E6}" type="slidenum">
              <a:rPr lang="en-US" smtClean="0"/>
              <a:pPr/>
              <a:t>4</a:t>
            </a:fld>
            <a:endParaRPr lang="en-US" dirty="0"/>
          </a:p>
        </p:txBody>
      </p:sp>
      <p:pic>
        <p:nvPicPr>
          <p:cNvPr id="2050" name="Picture 2">
            <a:extLst>
              <a:ext uri="{FF2B5EF4-FFF2-40B4-BE49-F238E27FC236}">
                <a16:creationId xmlns:a16="http://schemas.microsoft.com/office/drawing/2014/main" id="{8A7E96A6-1EC1-6EDD-70FF-0B493DD2D12D}"/>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622092" y="829631"/>
            <a:ext cx="11498327" cy="570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066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98EFD-BD7B-32B8-87C8-4F3801608F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48881F-F950-35CC-97F3-7919DBCB2CB6}"/>
              </a:ext>
            </a:extLst>
          </p:cNvPr>
          <p:cNvSpPr>
            <a:spLocks noGrp="1"/>
          </p:cNvSpPr>
          <p:nvPr>
            <p:ph type="title"/>
          </p:nvPr>
        </p:nvSpPr>
        <p:spPr>
          <a:xfrm>
            <a:off x="1608500" y="-14428"/>
            <a:ext cx="5064804" cy="938352"/>
          </a:xfrm>
        </p:spPr>
        <p:txBody>
          <a:bodyPr>
            <a:normAutofit/>
          </a:bodyPr>
          <a:lstStyle/>
          <a:p>
            <a:r>
              <a:rPr lang="vi-VN" dirty="0">
                <a:latin typeface="Times New Roman" panose="02020603050405020304" pitchFamily="18" charset="0"/>
                <a:cs typeface="Times New Roman" panose="02020603050405020304" pitchFamily="18" charset="0"/>
              </a:rPr>
              <a:t>Biểu đồ lớp tổng quát</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F08CDC4-7847-0D93-A5B2-F3E1F47FEF2B}"/>
              </a:ext>
            </a:extLst>
          </p:cNvPr>
          <p:cNvSpPr>
            <a:spLocks noGrp="1"/>
          </p:cNvSpPr>
          <p:nvPr>
            <p:ph type="sldNum" sz="quarter" idx="4"/>
          </p:nvPr>
        </p:nvSpPr>
        <p:spPr/>
        <p:txBody>
          <a:bodyPr/>
          <a:lstStyle/>
          <a:p>
            <a:fld id="{08AB70BE-1769-45B8-85A6-0C837432C7E6}" type="slidenum">
              <a:rPr lang="en-US" smtClean="0"/>
              <a:pPr/>
              <a:t>5</a:t>
            </a:fld>
            <a:endParaRPr lang="en-US" dirty="0"/>
          </a:p>
        </p:txBody>
      </p:sp>
      <p:pic>
        <p:nvPicPr>
          <p:cNvPr id="3074" name="Picture 1">
            <a:extLst>
              <a:ext uri="{FF2B5EF4-FFF2-40B4-BE49-F238E27FC236}">
                <a16:creationId xmlns:a16="http://schemas.microsoft.com/office/drawing/2014/main" id="{A4C667D3-A4B4-6D5C-E8C7-9BB1C431C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8158" y="846943"/>
            <a:ext cx="10046142" cy="5958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7802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5D4E3-E1FF-AA5E-9A8A-D0CF3D80D5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E015FD-1A9F-DD2D-C93E-AF98947E53E5}"/>
              </a:ext>
            </a:extLst>
          </p:cNvPr>
          <p:cNvSpPr>
            <a:spLocks noGrp="1"/>
          </p:cNvSpPr>
          <p:nvPr>
            <p:ph type="title"/>
          </p:nvPr>
        </p:nvSpPr>
        <p:spPr>
          <a:xfrm>
            <a:off x="1608500" y="-14428"/>
            <a:ext cx="5064804" cy="938352"/>
          </a:xfrm>
        </p:spPr>
        <p:txBody>
          <a:bodyPr>
            <a:normAutofit/>
          </a:bodyPr>
          <a:lstStyle/>
          <a:p>
            <a:r>
              <a:rPr lang="vi-VN" dirty="0">
                <a:latin typeface="Times New Roman" panose="02020603050405020304" pitchFamily="18" charset="0"/>
                <a:cs typeface="Times New Roman" panose="02020603050405020304" pitchFamily="18" charset="0"/>
              </a:rPr>
              <a:t>Biểu đồ lớp đơn hàng</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3A01D28-12D4-773A-0C54-4F8AAD27AEFF}"/>
              </a:ext>
            </a:extLst>
          </p:cNvPr>
          <p:cNvSpPr>
            <a:spLocks noGrp="1"/>
          </p:cNvSpPr>
          <p:nvPr>
            <p:ph type="sldNum" sz="quarter" idx="4"/>
          </p:nvPr>
        </p:nvSpPr>
        <p:spPr/>
        <p:txBody>
          <a:bodyPr/>
          <a:lstStyle/>
          <a:p>
            <a:fld id="{08AB70BE-1769-45B8-85A6-0C837432C7E6}" type="slidenum">
              <a:rPr lang="en-US" smtClean="0"/>
              <a:pPr/>
              <a:t>6</a:t>
            </a:fld>
            <a:endParaRPr lang="en-US" dirty="0"/>
          </a:p>
        </p:txBody>
      </p:sp>
      <p:pic>
        <p:nvPicPr>
          <p:cNvPr id="4098" name="Picture 1">
            <a:extLst>
              <a:ext uri="{FF2B5EF4-FFF2-40B4-BE49-F238E27FC236}">
                <a16:creationId xmlns:a16="http://schemas.microsoft.com/office/drawing/2014/main" id="{31EFA8B8-E381-70EE-AA78-3534B3FD6E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6008" y="923924"/>
            <a:ext cx="9167893" cy="5836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1021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87CD0-E68F-3232-0DDB-C6C2A3B6415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631364-0267-828D-2C6E-3342D54DC368}"/>
              </a:ext>
            </a:extLst>
          </p:cNvPr>
          <p:cNvSpPr>
            <a:spLocks noGrp="1"/>
          </p:cNvSpPr>
          <p:nvPr>
            <p:ph type="title"/>
          </p:nvPr>
        </p:nvSpPr>
        <p:spPr>
          <a:xfrm>
            <a:off x="1608500" y="-14428"/>
            <a:ext cx="5064804" cy="938352"/>
          </a:xfrm>
        </p:spPr>
        <p:txBody>
          <a:bodyPr>
            <a:normAutofit/>
          </a:bodyPr>
          <a:lstStyle/>
          <a:p>
            <a:r>
              <a:rPr lang="vi-VN" dirty="0">
                <a:latin typeface="Times New Roman" panose="02020603050405020304" pitchFamily="18" charset="0"/>
                <a:cs typeface="Times New Roman" panose="02020603050405020304" pitchFamily="18" charset="0"/>
              </a:rPr>
              <a:t>Biểu đồ tuần tự</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D6A77FD5-841B-B815-4D0D-7FD105A44A09}"/>
              </a:ext>
            </a:extLst>
          </p:cNvPr>
          <p:cNvSpPr>
            <a:spLocks noGrp="1"/>
          </p:cNvSpPr>
          <p:nvPr>
            <p:ph type="sldNum" sz="quarter" idx="4"/>
          </p:nvPr>
        </p:nvSpPr>
        <p:spPr/>
        <p:txBody>
          <a:bodyPr/>
          <a:lstStyle/>
          <a:p>
            <a:fld id="{08AB70BE-1769-45B8-85A6-0C837432C7E6}" type="slidenum">
              <a:rPr lang="en-US" smtClean="0"/>
              <a:pPr/>
              <a:t>7</a:t>
            </a:fld>
            <a:endParaRPr lang="en-US" dirty="0"/>
          </a:p>
        </p:txBody>
      </p:sp>
      <p:pic>
        <p:nvPicPr>
          <p:cNvPr id="5122" name="Picture 2">
            <a:extLst>
              <a:ext uri="{FF2B5EF4-FFF2-40B4-BE49-F238E27FC236}">
                <a16:creationId xmlns:a16="http://schemas.microsoft.com/office/drawing/2014/main" id="{D5AC6BE2-2798-0C26-BD66-4FDC22BA40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787" y="742013"/>
            <a:ext cx="10163331" cy="61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9504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37239-7137-8621-7764-501B5977FE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8CB9E0-2BEA-E308-74D3-C510E7E9F00D}"/>
              </a:ext>
            </a:extLst>
          </p:cNvPr>
          <p:cNvSpPr>
            <a:spLocks noGrp="1"/>
          </p:cNvSpPr>
          <p:nvPr>
            <p:ph type="title"/>
          </p:nvPr>
        </p:nvSpPr>
        <p:spPr>
          <a:xfrm>
            <a:off x="1608500" y="-14428"/>
            <a:ext cx="5064804" cy="938352"/>
          </a:xfrm>
        </p:spPr>
        <p:txBody>
          <a:bodyPr>
            <a:normAutofit/>
          </a:bodyPr>
          <a:lstStyle/>
          <a:p>
            <a:r>
              <a:rPr lang="vi-VN" dirty="0">
                <a:latin typeface="Times New Roman" panose="02020603050405020304" pitchFamily="18" charset="0"/>
                <a:cs typeface="Times New Roman" panose="02020603050405020304" pitchFamily="18" charset="0"/>
              </a:rPr>
              <a:t>Biểu đồ trạng  thái</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DE54379-0079-496A-1976-9CC530AABEDE}"/>
              </a:ext>
            </a:extLst>
          </p:cNvPr>
          <p:cNvSpPr>
            <a:spLocks noGrp="1"/>
          </p:cNvSpPr>
          <p:nvPr>
            <p:ph type="sldNum" sz="quarter" idx="4"/>
          </p:nvPr>
        </p:nvSpPr>
        <p:spPr/>
        <p:txBody>
          <a:bodyPr/>
          <a:lstStyle/>
          <a:p>
            <a:fld id="{08AB70BE-1769-45B8-85A6-0C837432C7E6}" type="slidenum">
              <a:rPr lang="en-US" smtClean="0"/>
              <a:pPr/>
              <a:t>8</a:t>
            </a:fld>
            <a:endParaRPr lang="en-US" dirty="0"/>
          </a:p>
        </p:txBody>
      </p:sp>
      <p:pic>
        <p:nvPicPr>
          <p:cNvPr id="6146" name="Picture 2">
            <a:extLst>
              <a:ext uri="{FF2B5EF4-FFF2-40B4-BE49-F238E27FC236}">
                <a16:creationId xmlns:a16="http://schemas.microsoft.com/office/drawing/2014/main" id="{77E90D6F-8B87-E486-7DA4-0188FDA94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2864" y="796038"/>
            <a:ext cx="5636007" cy="562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2812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84A4F-6903-F43E-52CB-D5BFA9D74B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4840F41-6B32-C152-4905-33BA2EB7D8F8}"/>
              </a:ext>
            </a:extLst>
          </p:cNvPr>
          <p:cNvSpPr>
            <a:spLocks noGrp="1"/>
          </p:cNvSpPr>
          <p:nvPr>
            <p:ph type="title"/>
          </p:nvPr>
        </p:nvSpPr>
        <p:spPr>
          <a:xfrm>
            <a:off x="1166291" y="-89379"/>
            <a:ext cx="5064804" cy="938352"/>
          </a:xfrm>
        </p:spPr>
        <p:txBody>
          <a:bodyPr>
            <a:normAutofit/>
          </a:bodyPr>
          <a:lstStyle/>
          <a:p>
            <a:r>
              <a:rPr lang="vi-VN" dirty="0">
                <a:latin typeface="Times New Roman" panose="02020603050405020304" pitchFamily="18" charset="0"/>
                <a:cs typeface="Times New Roman" panose="02020603050405020304" pitchFamily="18" charset="0"/>
              </a:rPr>
              <a:t>Biểu đồ hoạt động</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D74786BE-936A-DF51-BF4B-CF31F99077D1}"/>
              </a:ext>
            </a:extLst>
          </p:cNvPr>
          <p:cNvSpPr>
            <a:spLocks noGrp="1"/>
          </p:cNvSpPr>
          <p:nvPr>
            <p:ph type="sldNum" sz="quarter" idx="4"/>
          </p:nvPr>
        </p:nvSpPr>
        <p:spPr/>
        <p:txBody>
          <a:bodyPr/>
          <a:lstStyle/>
          <a:p>
            <a:fld id="{08AB70BE-1769-45B8-85A6-0C837432C7E6}" type="slidenum">
              <a:rPr lang="en-US" smtClean="0"/>
              <a:pPr/>
              <a:t>9</a:t>
            </a:fld>
            <a:endParaRPr lang="en-US" dirty="0"/>
          </a:p>
        </p:txBody>
      </p:sp>
      <p:pic>
        <p:nvPicPr>
          <p:cNvPr id="7171" name="Picture 3">
            <a:extLst>
              <a:ext uri="{FF2B5EF4-FFF2-40B4-BE49-F238E27FC236}">
                <a16:creationId xmlns:a16="http://schemas.microsoft.com/office/drawing/2014/main" id="{1F90F65E-306E-3801-8383-712275AB2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6118" y="680664"/>
            <a:ext cx="8589364" cy="6177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2348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9150F-30B4-995B-74B3-2318BFCC27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D0C756-5A93-C181-82C0-5E697E15C1D3}"/>
              </a:ext>
            </a:extLst>
          </p:cNvPr>
          <p:cNvSpPr>
            <a:spLocks noGrp="1"/>
          </p:cNvSpPr>
          <p:nvPr>
            <p:ph type="title"/>
          </p:nvPr>
        </p:nvSpPr>
        <p:spPr>
          <a:xfrm>
            <a:off x="1548540" y="0"/>
            <a:ext cx="5064804" cy="938352"/>
          </a:xfrm>
        </p:spPr>
        <p:txBody>
          <a:bodyPr>
            <a:normAutofit fontScale="90000"/>
          </a:bodyPr>
          <a:lstStyle/>
          <a:p>
            <a:r>
              <a:rPr lang="vi-VN" dirty="0">
                <a:latin typeface="Times New Roman" panose="02020603050405020304" pitchFamily="18" charset="0"/>
                <a:cs typeface="Times New Roman" panose="02020603050405020304" pitchFamily="18" charset="0"/>
              </a:rPr>
              <a:t>Mô hình quan hệ thực thể</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ER</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172BC72-99D6-F40A-D20D-33F1138A9F2D}"/>
              </a:ext>
            </a:extLst>
          </p:cNvPr>
          <p:cNvSpPr>
            <a:spLocks noGrp="1"/>
          </p:cNvSpPr>
          <p:nvPr>
            <p:ph type="sldNum" sz="quarter" idx="4"/>
          </p:nvPr>
        </p:nvSpPr>
        <p:spPr/>
        <p:txBody>
          <a:bodyPr/>
          <a:lstStyle/>
          <a:p>
            <a:fld id="{08AB70BE-1769-45B8-85A6-0C837432C7E6}" type="slidenum">
              <a:rPr lang="en-US" smtClean="0"/>
              <a:pPr/>
              <a:t>10</a:t>
            </a:fld>
            <a:endParaRPr lang="en-US" dirty="0"/>
          </a:p>
        </p:txBody>
      </p:sp>
      <p:pic>
        <p:nvPicPr>
          <p:cNvPr id="8194" name="Picture 2">
            <a:extLst>
              <a:ext uri="{FF2B5EF4-FFF2-40B4-BE49-F238E27FC236}">
                <a16:creationId xmlns:a16="http://schemas.microsoft.com/office/drawing/2014/main" id="{587AC958-29E2-3576-849E-8563F3DC9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072" y="666247"/>
            <a:ext cx="11325069" cy="6081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8241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0822F-C4C1-2800-18C1-E525FC09CF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1E4162-584C-8EB2-11DD-C689F1272088}"/>
              </a:ext>
            </a:extLst>
          </p:cNvPr>
          <p:cNvSpPr>
            <a:spLocks noGrp="1"/>
          </p:cNvSpPr>
          <p:nvPr>
            <p:ph type="title"/>
          </p:nvPr>
        </p:nvSpPr>
        <p:spPr>
          <a:xfrm>
            <a:off x="4096632" y="205891"/>
            <a:ext cx="4108745" cy="938623"/>
          </a:xfrm>
        </p:spPr>
        <p:txBody>
          <a:bodyPr/>
          <a:lstStyle/>
          <a:p>
            <a:r>
              <a:rPr lang="vi-VN" b="1" dirty="0">
                <a:latin typeface="Times New Roman" panose="02020603050405020304" pitchFamily="18" charset="0"/>
                <a:cs typeface="Times New Roman" panose="02020603050405020304" pitchFamily="18" charset="0"/>
              </a:rPr>
              <a:t>Kết luận</a:t>
            </a:r>
            <a:endParaRPr lang="en-US"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48ADDB9-10D0-FEEA-6356-9E7FD3B4A9E6}"/>
              </a:ext>
            </a:extLst>
          </p:cNvPr>
          <p:cNvSpPr>
            <a:spLocks noGrp="1"/>
          </p:cNvSpPr>
          <p:nvPr>
            <p:ph sz="quarter" idx="10"/>
          </p:nvPr>
        </p:nvSpPr>
        <p:spPr>
          <a:xfrm>
            <a:off x="791128" y="940447"/>
            <a:ext cx="11096436" cy="1878197"/>
          </a:xfrm>
        </p:spPr>
        <p:txBody>
          <a:bodyPr>
            <a:normAutofit/>
          </a:bodyPr>
          <a:lstStyle/>
          <a:p>
            <a:r>
              <a:rPr lang="vi-VN" sz="1500" dirty="0">
                <a:latin typeface="Times New Roman" panose="02020603050405020304" pitchFamily="18" charset="0"/>
                <a:cs typeface="Times New Roman" panose="02020603050405020304" pitchFamily="18" charset="0"/>
              </a:rPr>
              <a:t>- Đề tài đã hoàn thành việc phân tích thiết kế hệ thống quản lý cửa hàng bán mô hình theo hướng đối tượng, xây dựng đẩy đủ các biểu đồ UML và mô hình cơ sở dữ liệu theo yêu cầu</a:t>
            </a:r>
            <a:endParaRPr lang="en-US" sz="15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8F87DDB4-7662-3B09-6189-019D7BFD2EFC}"/>
              </a:ext>
            </a:extLst>
          </p:cNvPr>
          <p:cNvSpPr>
            <a:spLocks noGrp="1"/>
          </p:cNvSpPr>
          <p:nvPr>
            <p:ph type="sldNum" sz="quarter" idx="4"/>
          </p:nvPr>
        </p:nvSpPr>
        <p:spPr/>
        <p:txBody>
          <a:bodyPr/>
          <a:lstStyle/>
          <a:p>
            <a:fld id="{08AB70BE-1769-45B8-85A6-0C837432C7E6}" type="slidenum">
              <a:rPr lang="en-US" smtClean="0"/>
              <a:pPr/>
              <a:t>11</a:t>
            </a:fld>
            <a:endParaRPr lang="en-US" dirty="0"/>
          </a:p>
        </p:txBody>
      </p:sp>
      <p:sp>
        <p:nvSpPr>
          <p:cNvPr id="5" name="TextBox 4">
            <a:extLst>
              <a:ext uri="{FF2B5EF4-FFF2-40B4-BE49-F238E27FC236}">
                <a16:creationId xmlns:a16="http://schemas.microsoft.com/office/drawing/2014/main" id="{9874DC3A-A460-EDFB-C3D2-9198D2234571}"/>
              </a:ext>
            </a:extLst>
          </p:cNvPr>
          <p:cNvSpPr txBox="1"/>
          <p:nvPr/>
        </p:nvSpPr>
        <p:spPr>
          <a:xfrm>
            <a:off x="650880" y="879657"/>
            <a:ext cx="1755609"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Kết quả đạt được</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1B1E53E-28B6-13F1-82C8-277469C5C991}"/>
              </a:ext>
            </a:extLst>
          </p:cNvPr>
          <p:cNvSpPr txBox="1"/>
          <p:nvPr/>
        </p:nvSpPr>
        <p:spPr>
          <a:xfrm>
            <a:off x="650880" y="2342670"/>
            <a:ext cx="947695"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Hạn chế</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4B594CA-5331-98EF-425D-44988CACEB99}"/>
              </a:ext>
            </a:extLst>
          </p:cNvPr>
          <p:cNvSpPr txBox="1"/>
          <p:nvPr/>
        </p:nvSpPr>
        <p:spPr>
          <a:xfrm>
            <a:off x="715961" y="3762726"/>
            <a:ext cx="1765227" cy="369332"/>
          </a:xfrm>
          <a:prstGeom prst="rect">
            <a:avLst/>
          </a:prstGeom>
          <a:noFill/>
        </p:spPr>
        <p:txBody>
          <a:bodyPr wrap="none" rtlCol="0">
            <a:spAutoFit/>
          </a:bodyPr>
          <a:lstStyle/>
          <a:p>
            <a:r>
              <a:rPr lang="vi-VN" dirty="0">
                <a:latin typeface="Times New Roman" panose="02020603050405020304" pitchFamily="18" charset="0"/>
                <a:cs typeface="Times New Roman" panose="02020603050405020304" pitchFamily="18" charset="0"/>
              </a:rPr>
              <a:t>Hướng phát triển</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20A0E67-B380-5A66-91F6-A3B64DC12858}"/>
              </a:ext>
            </a:extLst>
          </p:cNvPr>
          <p:cNvSpPr txBox="1"/>
          <p:nvPr/>
        </p:nvSpPr>
        <p:spPr>
          <a:xfrm>
            <a:off x="791128" y="4341584"/>
            <a:ext cx="10367741" cy="553998"/>
          </a:xfrm>
          <a:prstGeom prst="rect">
            <a:avLst/>
          </a:prstGeom>
          <a:noFill/>
        </p:spPr>
        <p:txBody>
          <a:bodyPr wrap="square">
            <a:spAutoFit/>
          </a:bodyPr>
          <a:lstStyle/>
          <a:p>
            <a:r>
              <a:rPr lang="vi-V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Xây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dựng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thử</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nghiệm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hệ</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thống</a:t>
            </a:r>
            <a:r>
              <a:rPr lang="en-US" sz="1500" dirty="0">
                <a:latin typeface="Times New Roman" panose="02020603050405020304" pitchFamily="18" charset="0"/>
                <a:cs typeface="Times New Roman" panose="02020603050405020304" pitchFamily="18" charset="0"/>
              </a:rPr>
              <a:t> website </a:t>
            </a:r>
            <a:r>
              <a:rPr lang="en-US" sz="1500" dirty="0" err="1">
                <a:latin typeface="Times New Roman" panose="02020603050405020304" pitchFamily="18" charset="0"/>
                <a:cs typeface="Times New Roman" panose="02020603050405020304" pitchFamily="18" charset="0"/>
              </a:rPr>
              <a:t>bán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hình</a:t>
            </a:r>
            <a:r>
              <a:rPr lang="en-US" sz="1500" dirty="0">
                <a:latin typeface="Times New Roman" panose="02020603050405020304" pitchFamily="18" charset="0"/>
                <a:cs typeface="Times New Roman" panose="02020603050405020304" pitchFamily="18" charset="0"/>
              </a:rPr>
              <a:t> ở </a:t>
            </a:r>
            <a:r>
              <a:rPr lang="en-US" sz="1500" dirty="0" err="1">
                <a:latin typeface="Times New Roman" panose="02020603050405020304" pitchFamily="18" charset="0"/>
                <a:cs typeface="Times New Roman" panose="02020603050405020304" pitchFamily="18" charset="0"/>
              </a:rPr>
              <a:t>quy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mô</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cửa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vừa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nhỏ</a:t>
            </a:r>
            <a:r>
              <a:rPr lang="en-US" sz="1500" dirty="0">
                <a:latin typeface="Times New Roman" panose="02020603050405020304" pitchFamily="18" charset="0"/>
                <a:cs typeface="Times New Roman" panose="02020603050405020304" pitchFamily="18" charset="0"/>
              </a:rPr>
              <a:t>.</a:t>
            </a:r>
          </a:p>
          <a:p>
            <a:r>
              <a:rPr lang="vi-VN" sz="1500" dirty="0">
                <a:latin typeface="Times New Roman" panose="02020603050405020304" pitchFamily="18" charset="0"/>
                <a:cs typeface="Times New Roman" panose="02020603050405020304" pitchFamily="18" charset="0"/>
              </a:rPr>
              <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Tích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hợp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công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nghệ</a:t>
            </a:r>
            <a:r>
              <a:rPr lang="en-US" sz="1500" dirty="0">
                <a:latin typeface="Times New Roman" panose="02020603050405020304" pitchFamily="18" charset="0"/>
                <a:cs typeface="Times New Roman" panose="02020603050405020304" pitchFamily="18" charset="0"/>
              </a:rPr>
              <a:t> AI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động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phân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tích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hành</a:t>
            </a:r>
            <a:r>
              <a:rPr lang="en-US" sz="1500" dirty="0">
                <a:latin typeface="Times New Roman" panose="02020603050405020304" pitchFamily="18" charset="0"/>
                <a:cs typeface="Times New Roman" panose="02020603050405020304" pitchFamily="18" charset="0"/>
              </a:rPr>
              <a:t> vi </a:t>
            </a:r>
            <a:r>
              <a:rPr lang="en-US" sz="1500" dirty="0" err="1">
                <a:latin typeface="Times New Roman" panose="02020603050405020304" pitchFamily="18" charset="0"/>
                <a:cs typeface="Times New Roman" panose="02020603050405020304" pitchFamily="18" charset="0"/>
              </a:rPr>
              <a:t>mua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sắm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đề</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xuất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sản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phẩm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phù</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hợp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từng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khách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hàng</a:t>
            </a:r>
            <a:r>
              <a:rPr lang="en-US" sz="1500"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C0549287-BEC4-C62D-AA29-2221A74D67AF}"/>
              </a:ext>
            </a:extLst>
          </p:cNvPr>
          <p:cNvSpPr txBox="1"/>
          <p:nvPr/>
        </p:nvSpPr>
        <p:spPr>
          <a:xfrm>
            <a:off x="791128" y="2999202"/>
            <a:ext cx="10609743" cy="553998"/>
          </a:xfrm>
          <a:prstGeom prst="rect">
            <a:avLst/>
          </a:prstGeom>
          <a:noFill/>
        </p:spPr>
        <p:txBody>
          <a:bodyPr wrap="square" rtlCol="0">
            <a:spAutoFit/>
          </a:bodyPr>
          <a:lstStyle/>
          <a:p>
            <a:r>
              <a:rPr lang="vi-VN" sz="1500" dirty="0">
                <a:latin typeface="Times New Roman" panose="02020603050405020304" pitchFamily="18" charset="0"/>
                <a:cs typeface="Times New Roman" panose="02020603050405020304" pitchFamily="18" charset="0"/>
              </a:rPr>
              <a:t>- Hệ thống mới dừng lại ở mức phân tích thiết kế, chưa triển khai và thử nhiệm thực tế, mỗi biểu đồ và nghiệp vụ chưa ảnh hưởng đẩy đủ tình huống trên thực tế</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9712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71D8FC-E122-CABE-6FCE-615B2C341934}"/>
              </a:ext>
            </a:extLst>
          </p:cNvPr>
          <p:cNvSpPr>
            <a:spLocks noGrp="1"/>
          </p:cNvSpPr>
          <p:nvPr>
            <p:ph type="title"/>
          </p:nvPr>
        </p:nvSpPr>
        <p:spPr>
          <a:xfrm>
            <a:off x="1371597" y="1088211"/>
            <a:ext cx="8989584" cy="4896019"/>
          </a:xfrm>
        </p:spPr>
        <p:txBody>
          <a:bodyPr/>
          <a:lstStyle/>
          <a:p>
            <a:pPr algn="ctr"/>
            <a:r>
              <a:rPr lang="en-US" dirty="0"/>
              <a:t>Thank you</a:t>
            </a:r>
          </a:p>
        </p:txBody>
      </p:sp>
    </p:spTree>
    <p:extLst>
      <p:ext uri="{BB962C8B-B14F-4D97-AF65-F5344CB8AC3E}">
        <p14:creationId xmlns:p14="http://schemas.microsoft.com/office/powerpoint/2010/main" val="2280806097"/>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D7C3E5-1734-4636-9EC5-AEB06BF1FB20}">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4C5C2001-E626-4890-B405-22B5BD1CB05A}">
  <ds:schemaRefs>
    <ds:schemaRef ds:uri="http://schemas.microsoft.com/sharepoint/v3/contenttype/forms"/>
  </ds:schemaRefs>
</ds:datastoreItem>
</file>

<file path=customXml/itemProps3.xml><?xml version="1.0" encoding="utf-8"?>
<ds:datastoreItem xmlns:ds="http://schemas.openxmlformats.org/officeDocument/2006/customXml" ds:itemID="{55453AF4-4FB0-4B39-9296-55DED383E9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{C95280D8-C9CD-4B66-813E-8A41311BB53E}TFce6c19b5-b857-4146-b2d9-33ca01394bc5af92e1a2_win32-293333268dd9</Template>
  <TotalTime>135</TotalTime>
  <Words>456</Words>
  <Application>Microsoft Office PowerPoint</Application>
  <PresentationFormat>Widescreen</PresentationFormat>
  <Paragraphs>53</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Nova Light</vt:lpstr>
      <vt:lpstr>Calibri</vt:lpstr>
      <vt:lpstr>Elephant</vt:lpstr>
      <vt:lpstr>Times New Roman</vt:lpstr>
      <vt:lpstr>ModOverlayVTI</vt:lpstr>
      <vt:lpstr>Phân tích thiết kế hệ thống quản lý cửa hàng bán mô hình</vt:lpstr>
      <vt:lpstr>Giới thiệu đề tài</vt:lpstr>
      <vt:lpstr>Biểu đồ tổng quát use case</vt:lpstr>
      <vt:lpstr>Biểu đồ use case </vt:lpstr>
      <vt:lpstr>Biểu đồ lớp tổng quát</vt:lpstr>
      <vt:lpstr>Biểu đồ lớp đơn hàng</vt:lpstr>
      <vt:lpstr>Biểu đồ tuần tự</vt:lpstr>
      <vt:lpstr>Biểu đồ trạng  thái</vt:lpstr>
      <vt:lpstr>Biểu đồ hoạt động</vt:lpstr>
      <vt:lpstr>Mô hình quan hệ thực thể ER</vt:lpstr>
      <vt:lpstr>Kết luận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 nguyen</dc:creator>
  <cp:lastModifiedBy>nam nguyen</cp:lastModifiedBy>
  <cp:revision>3</cp:revision>
  <dcterms:created xsi:type="dcterms:W3CDTF">2025-12-15T18:57:07Z</dcterms:created>
  <dcterms:modified xsi:type="dcterms:W3CDTF">2025-12-16T01:55:15Z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