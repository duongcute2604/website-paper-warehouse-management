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6"/>
  </p:notesMasterIdLst>
  <p:handoutMasterIdLst>
    <p:handoutMasterId r:id="rId27"/>
  </p:handoutMasterIdLst>
  <p:sldIdLst>
    <p:sldId id="281" r:id="rId5"/>
    <p:sldId id="284" r:id="rId6"/>
    <p:sldId id="280" r:id="rId7"/>
    <p:sldId id="278" r:id="rId8"/>
    <p:sldId id="261" r:id="rId9"/>
    <p:sldId id="273" r:id="rId10"/>
    <p:sldId id="295" r:id="rId11"/>
    <p:sldId id="293" r:id="rId12"/>
    <p:sldId id="294" r:id="rId13"/>
    <p:sldId id="296" r:id="rId14"/>
    <p:sldId id="277" r:id="rId15"/>
    <p:sldId id="297" r:id="rId16"/>
    <p:sldId id="298" r:id="rId17"/>
    <p:sldId id="299" r:id="rId18"/>
    <p:sldId id="300" r:id="rId19"/>
    <p:sldId id="301" r:id="rId20"/>
    <p:sldId id="303" r:id="rId21"/>
    <p:sldId id="304" r:id="rId22"/>
    <p:sldId id="305" r:id="rId23"/>
    <p:sldId id="302" r:id="rId24"/>
    <p:sldId id="282"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F9A644F-216E-4A05-AD93-774878DFDD5B}" v="61" dt="2025-11-23T13:47:06.371"/>
  </p1510:revLst>
</p1510:revInfo>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879" autoAdjust="0"/>
  </p:normalViewPr>
  <p:slideViewPr>
    <p:cSldViewPr snapToGrid="0">
      <p:cViewPr varScale="1">
        <p:scale>
          <a:sx n="65" d="100"/>
          <a:sy n="65" d="100"/>
        </p:scale>
        <p:origin x="84" y="108"/>
      </p:cViewPr>
      <p:guideLst/>
    </p:cSldViewPr>
  </p:slideViewPr>
  <p:outlineViewPr>
    <p:cViewPr>
      <p:scale>
        <a:sx n="33" d="100"/>
        <a:sy n="33" d="100"/>
      </p:scale>
      <p:origin x="0" y="-4032"/>
    </p:cViewPr>
  </p:outlineViewPr>
  <p:notesTextViewPr>
    <p:cViewPr>
      <p:scale>
        <a:sx n="1" d="1"/>
        <a:sy n="1" d="1"/>
      </p:scale>
      <p:origin x="0" y="0"/>
    </p:cViewPr>
  </p:notesTextViewPr>
  <p:sorterViewPr>
    <p:cViewPr>
      <p:scale>
        <a:sx n="100" d="100"/>
        <a:sy n="100" d="100"/>
      </p:scale>
      <p:origin x="0" y="-1757"/>
    </p:cViewPr>
  </p:sorterViewPr>
  <p:notesViewPr>
    <p:cSldViewPr snapToGrid="0">
      <p:cViewPr>
        <p:scale>
          <a:sx n="1" d="2"/>
          <a:sy n="1" d="2"/>
        </p:scale>
        <p:origin x="3480" y="55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theme" Target="theme/theme1.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76AB79-C677-3DB7-78CF-9305D58614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13AB137-CEA6-0244-F12B-1ECC21172D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C994AA-C437-4EF4-8BEF-0B832D7FA420}" type="datetimeFigureOut">
              <a:rPr lang="en-US" smtClean="0"/>
              <a:t>11/24/2025</a:t>
            </a:fld>
            <a:endParaRPr lang="en-US"/>
          </a:p>
        </p:txBody>
      </p:sp>
      <p:sp>
        <p:nvSpPr>
          <p:cNvPr id="4" name="Footer Placeholder 3">
            <a:extLst>
              <a:ext uri="{FF2B5EF4-FFF2-40B4-BE49-F238E27FC236}">
                <a16:creationId xmlns:a16="http://schemas.microsoft.com/office/drawing/2014/main" id="{0868EC96-C6CC-F2AF-D90F-143F4D20A07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4F8EC8D-EF88-0275-F75C-A789924433B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F757874-EF65-4B61-B062-40C932C81294}" type="slidenum">
              <a:rPr lang="en-US" smtClean="0"/>
              <a:t>‹#›</a:t>
            </a:fld>
            <a:endParaRPr lang="en-US"/>
          </a:p>
        </p:txBody>
      </p:sp>
    </p:spTree>
    <p:extLst>
      <p:ext uri="{BB962C8B-B14F-4D97-AF65-F5344CB8AC3E}">
        <p14:creationId xmlns:p14="http://schemas.microsoft.com/office/powerpoint/2010/main" val="34720278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4FE048-FAD0-D943-9A17-3C4CB7633182}" type="datetimeFigureOut">
              <a:rPr lang="en-US" smtClean="0"/>
              <a:t>11/24/2025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247812-3409-784D-BAE7-ABE53735D59F}" type="slidenum">
              <a:rPr lang="en-US" smtClean="0"/>
              <a:t>‹#›</a:t>
            </a:fld>
            <a:endParaRPr lang="en-US"/>
          </a:p>
        </p:txBody>
      </p:sp>
    </p:spTree>
    <p:extLst>
      <p:ext uri="{BB962C8B-B14F-4D97-AF65-F5344CB8AC3E}">
        <p14:creationId xmlns:p14="http://schemas.microsoft.com/office/powerpoint/2010/main" val="10150300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23A35-1FA6-84F9-C9C9-8EFD760A50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7CDB01-A300-500A-E9FF-5021D5B216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B90371-6E13-9BA6-3274-E7DFC0AA832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5DD689E-823E-FB48-22C9-BEE63C553E8C}"/>
              </a:ext>
            </a:extLst>
          </p:cNvPr>
          <p:cNvSpPr>
            <a:spLocks noGrp="1"/>
          </p:cNvSpPr>
          <p:nvPr>
            <p:ph type="sldNum" sz="quarter" idx="5"/>
          </p:nvPr>
        </p:nvSpPr>
        <p:spPr/>
        <p:txBody>
          <a:bodyPr/>
          <a:lstStyle/>
          <a:p>
            <a:fld id="{55247812-3409-784D-BAE7-ABE53735D59F}" type="slidenum">
              <a:rPr lang="en-US" smtClean="0"/>
              <a:t>2</a:t>
            </a:fld>
            <a:endParaRPr lang="en-US"/>
          </a:p>
        </p:txBody>
      </p:sp>
    </p:spTree>
    <p:extLst>
      <p:ext uri="{BB962C8B-B14F-4D97-AF65-F5344CB8AC3E}">
        <p14:creationId xmlns:p14="http://schemas.microsoft.com/office/powerpoint/2010/main" val="22172940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5247812-3409-784D-BAE7-ABE53735D59F}" type="slidenum">
              <a:rPr lang="en-US" smtClean="0"/>
              <a:t>3</a:t>
            </a:fld>
            <a:endParaRPr lang="en-US"/>
          </a:p>
        </p:txBody>
      </p:sp>
    </p:spTree>
    <p:extLst>
      <p:ext uri="{BB962C8B-B14F-4D97-AF65-F5344CB8AC3E}">
        <p14:creationId xmlns:p14="http://schemas.microsoft.com/office/powerpoint/2010/main" val="22950178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4</a:t>
            </a:fld>
            <a:endParaRPr lang="en-US"/>
          </a:p>
        </p:txBody>
      </p:sp>
    </p:spTree>
    <p:extLst>
      <p:ext uri="{BB962C8B-B14F-4D97-AF65-F5344CB8AC3E}">
        <p14:creationId xmlns:p14="http://schemas.microsoft.com/office/powerpoint/2010/main" val="8545011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5</a:t>
            </a:fld>
            <a:endParaRPr lang="en-US"/>
          </a:p>
        </p:txBody>
      </p:sp>
    </p:spTree>
    <p:extLst>
      <p:ext uri="{BB962C8B-B14F-4D97-AF65-F5344CB8AC3E}">
        <p14:creationId xmlns:p14="http://schemas.microsoft.com/office/powerpoint/2010/main" val="8383394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5247812-3409-784D-BAE7-ABE53735D59F}" type="slidenum">
              <a:rPr lang="en-US" smtClean="0"/>
              <a:t>6</a:t>
            </a:fld>
            <a:endParaRPr lang="en-US"/>
          </a:p>
        </p:txBody>
      </p:sp>
    </p:spTree>
    <p:extLst>
      <p:ext uri="{BB962C8B-B14F-4D97-AF65-F5344CB8AC3E}">
        <p14:creationId xmlns:p14="http://schemas.microsoft.com/office/powerpoint/2010/main" val="31554317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9336E9-E75F-9A45-BF67-CD4FFF977B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28AC94-5DD7-9E04-AC13-E3713714CA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0F63DA-B8C6-A317-74CC-482F7061FD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0AC8428-8893-FA89-8FCA-E83E60E8639A}"/>
              </a:ext>
            </a:extLst>
          </p:cNvPr>
          <p:cNvSpPr>
            <a:spLocks noGrp="1"/>
          </p:cNvSpPr>
          <p:nvPr>
            <p:ph type="sldNum" sz="quarter" idx="5"/>
          </p:nvPr>
        </p:nvSpPr>
        <p:spPr/>
        <p:txBody>
          <a:bodyPr/>
          <a:lstStyle/>
          <a:p>
            <a:fld id="{55247812-3409-784D-BAE7-ABE53735D59F}" type="slidenum">
              <a:rPr lang="en-US" smtClean="0"/>
              <a:t>7</a:t>
            </a:fld>
            <a:endParaRPr lang="en-US"/>
          </a:p>
        </p:txBody>
      </p:sp>
    </p:spTree>
    <p:extLst>
      <p:ext uri="{BB962C8B-B14F-4D97-AF65-F5344CB8AC3E}">
        <p14:creationId xmlns:p14="http://schemas.microsoft.com/office/powerpoint/2010/main" val="40059774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617F6-180C-1E94-1900-32C2C68C94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C30B62-1251-81EF-B9DE-9A65BF5163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4A6F29-28BD-FE74-2BCE-5BB5295C8E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4D8E38F-0386-0A91-005D-25B21D91F85C}"/>
              </a:ext>
            </a:extLst>
          </p:cNvPr>
          <p:cNvSpPr>
            <a:spLocks noGrp="1"/>
          </p:cNvSpPr>
          <p:nvPr>
            <p:ph type="sldNum" sz="quarter" idx="5"/>
          </p:nvPr>
        </p:nvSpPr>
        <p:spPr/>
        <p:txBody>
          <a:bodyPr/>
          <a:lstStyle/>
          <a:p>
            <a:fld id="{55247812-3409-784D-BAE7-ABE53735D59F}" type="slidenum">
              <a:rPr lang="en-US" smtClean="0"/>
              <a:t>8</a:t>
            </a:fld>
            <a:endParaRPr lang="en-US"/>
          </a:p>
        </p:txBody>
      </p:sp>
    </p:spTree>
    <p:extLst>
      <p:ext uri="{BB962C8B-B14F-4D97-AF65-F5344CB8AC3E}">
        <p14:creationId xmlns:p14="http://schemas.microsoft.com/office/powerpoint/2010/main" val="39187751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A4426-0ADA-3CA8-3B94-0E2A7AD0BD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7145BF-25E2-CC75-A69E-B53174E903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6DF07E-E871-5D86-A30B-CAE01D81021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8E38971-B0D6-D82E-DD97-BC7EC84286B1}"/>
              </a:ext>
            </a:extLst>
          </p:cNvPr>
          <p:cNvSpPr>
            <a:spLocks noGrp="1"/>
          </p:cNvSpPr>
          <p:nvPr>
            <p:ph type="sldNum" sz="quarter" idx="5"/>
          </p:nvPr>
        </p:nvSpPr>
        <p:spPr/>
        <p:txBody>
          <a:bodyPr/>
          <a:lstStyle/>
          <a:p>
            <a:fld id="{55247812-3409-784D-BAE7-ABE53735D59F}" type="slidenum">
              <a:rPr lang="en-US" smtClean="0"/>
              <a:t>9</a:t>
            </a:fld>
            <a:endParaRPr lang="en-US"/>
          </a:p>
        </p:txBody>
      </p:sp>
    </p:spTree>
    <p:extLst>
      <p:ext uri="{BB962C8B-B14F-4D97-AF65-F5344CB8AC3E}">
        <p14:creationId xmlns:p14="http://schemas.microsoft.com/office/powerpoint/2010/main" val="34640585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0780D3-10CF-B39C-69AF-03D102AB57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0FE912-34A2-B855-14CC-83B478455D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107A0D-E46B-6BEA-56D4-C62DF272C0D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56FF83D-6574-198D-44DD-7590D4360559}"/>
              </a:ext>
            </a:extLst>
          </p:cNvPr>
          <p:cNvSpPr>
            <a:spLocks noGrp="1"/>
          </p:cNvSpPr>
          <p:nvPr>
            <p:ph type="sldNum" sz="quarter" idx="5"/>
          </p:nvPr>
        </p:nvSpPr>
        <p:spPr/>
        <p:txBody>
          <a:bodyPr/>
          <a:lstStyle/>
          <a:p>
            <a:fld id="{55247812-3409-784D-BAE7-ABE53735D59F}" type="slidenum">
              <a:rPr lang="en-US" smtClean="0"/>
              <a:t>10</a:t>
            </a:fld>
            <a:endParaRPr lang="en-US"/>
          </a:p>
        </p:txBody>
      </p:sp>
    </p:spTree>
    <p:extLst>
      <p:ext uri="{BB962C8B-B14F-4D97-AF65-F5344CB8AC3E}">
        <p14:creationId xmlns:p14="http://schemas.microsoft.com/office/powerpoint/2010/main" val="5059128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11</a:t>
            </a:fld>
            <a:endParaRPr lang="en-US"/>
          </a:p>
        </p:txBody>
      </p:sp>
    </p:spTree>
    <p:extLst>
      <p:ext uri="{BB962C8B-B14F-4D97-AF65-F5344CB8AC3E}">
        <p14:creationId xmlns:p14="http://schemas.microsoft.com/office/powerpoint/2010/main" val="17186319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EA6CE-AD69-A6F9-1B5F-22EC4FA996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0E24CC-9DA5-1CD7-FC45-74C412BE96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263665-6B89-B58B-E138-79C2A97A9DE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6E6808E-6BC3-91A8-C126-7289F61D5234}"/>
              </a:ext>
            </a:extLst>
          </p:cNvPr>
          <p:cNvSpPr>
            <a:spLocks noGrp="1"/>
          </p:cNvSpPr>
          <p:nvPr>
            <p:ph type="sldNum" sz="quarter" idx="5"/>
          </p:nvPr>
        </p:nvSpPr>
        <p:spPr/>
        <p:txBody>
          <a:bodyPr/>
          <a:lstStyle/>
          <a:p>
            <a:fld id="{55247812-3409-784D-BAE7-ABE53735D59F}" type="slidenum">
              <a:rPr lang="en-US" smtClean="0"/>
              <a:t>12</a:t>
            </a:fld>
            <a:endParaRPr lang="en-US"/>
          </a:p>
        </p:txBody>
      </p:sp>
    </p:spTree>
    <p:extLst>
      <p:ext uri="{BB962C8B-B14F-4D97-AF65-F5344CB8AC3E}">
        <p14:creationId xmlns:p14="http://schemas.microsoft.com/office/powerpoint/2010/main" val="30209611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299F0-D549-9ED4-1F27-68A46E160F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B1FAEF-3E3D-F69B-E288-2ADC111F37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DCBCF8-6CB9-C274-2426-8D08C5ECE40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C449C3D-C18C-7F03-63FC-900BEDFBF032}"/>
              </a:ext>
            </a:extLst>
          </p:cNvPr>
          <p:cNvSpPr>
            <a:spLocks noGrp="1"/>
          </p:cNvSpPr>
          <p:nvPr>
            <p:ph type="sldNum" sz="quarter" idx="5"/>
          </p:nvPr>
        </p:nvSpPr>
        <p:spPr/>
        <p:txBody>
          <a:bodyPr/>
          <a:lstStyle/>
          <a:p>
            <a:fld id="{55247812-3409-784D-BAE7-ABE53735D59F}" type="slidenum">
              <a:rPr lang="en-US" smtClean="0"/>
              <a:t>13</a:t>
            </a:fld>
            <a:endParaRPr lang="en-US"/>
          </a:p>
        </p:txBody>
      </p:sp>
    </p:spTree>
    <p:extLst>
      <p:ext uri="{BB962C8B-B14F-4D97-AF65-F5344CB8AC3E}">
        <p14:creationId xmlns:p14="http://schemas.microsoft.com/office/powerpoint/2010/main" val="16179465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21E94-B3E9-9571-6AEB-B349FEFE04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58E204-D114-FDE5-FB24-F6354BDACC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8B2CDD-9AAF-9CF2-323C-15C0A132E04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F253531-3883-997C-F9C9-8DEF42817664}"/>
              </a:ext>
            </a:extLst>
          </p:cNvPr>
          <p:cNvSpPr>
            <a:spLocks noGrp="1"/>
          </p:cNvSpPr>
          <p:nvPr>
            <p:ph type="sldNum" sz="quarter" idx="5"/>
          </p:nvPr>
        </p:nvSpPr>
        <p:spPr/>
        <p:txBody>
          <a:bodyPr/>
          <a:lstStyle/>
          <a:p>
            <a:fld id="{55247812-3409-784D-BAE7-ABE53735D59F}" type="slidenum">
              <a:rPr lang="en-US" smtClean="0"/>
              <a:t>14</a:t>
            </a:fld>
            <a:endParaRPr lang="en-US"/>
          </a:p>
        </p:txBody>
      </p:sp>
    </p:spTree>
    <p:extLst>
      <p:ext uri="{BB962C8B-B14F-4D97-AF65-F5344CB8AC3E}">
        <p14:creationId xmlns:p14="http://schemas.microsoft.com/office/powerpoint/2010/main" val="10036301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1E94E-98B7-0512-D043-28BA4C8B43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E1774B-35A1-660C-CAE4-3AA7AE4DC9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A76BCF-075F-889B-3D87-9C572ECFE86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31E1D7B-35A1-77E9-9163-5040614C6512}"/>
              </a:ext>
            </a:extLst>
          </p:cNvPr>
          <p:cNvSpPr>
            <a:spLocks noGrp="1"/>
          </p:cNvSpPr>
          <p:nvPr>
            <p:ph type="sldNum" sz="quarter" idx="5"/>
          </p:nvPr>
        </p:nvSpPr>
        <p:spPr/>
        <p:txBody>
          <a:bodyPr/>
          <a:lstStyle/>
          <a:p>
            <a:fld id="{55247812-3409-784D-BAE7-ABE53735D59F}" type="slidenum">
              <a:rPr lang="en-US" smtClean="0"/>
              <a:t>15</a:t>
            </a:fld>
            <a:endParaRPr lang="en-US"/>
          </a:p>
        </p:txBody>
      </p:sp>
    </p:spTree>
    <p:extLst>
      <p:ext uri="{BB962C8B-B14F-4D97-AF65-F5344CB8AC3E}">
        <p14:creationId xmlns:p14="http://schemas.microsoft.com/office/powerpoint/2010/main" val="9421806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8B2E0-0B15-C2A7-234B-04B7AAEC8E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8C5622-6FA6-E508-00FF-AC663D5110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EBAEDC-998B-051F-66F5-CF0ED0021E5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46B28FE-1055-4ECC-E368-64BD9D940ECF}"/>
              </a:ext>
            </a:extLst>
          </p:cNvPr>
          <p:cNvSpPr>
            <a:spLocks noGrp="1"/>
          </p:cNvSpPr>
          <p:nvPr>
            <p:ph type="sldNum" sz="quarter" idx="5"/>
          </p:nvPr>
        </p:nvSpPr>
        <p:spPr/>
        <p:txBody>
          <a:bodyPr/>
          <a:lstStyle/>
          <a:p>
            <a:fld id="{55247812-3409-784D-BAE7-ABE53735D59F}" type="slidenum">
              <a:rPr lang="en-US" smtClean="0"/>
              <a:t>16</a:t>
            </a:fld>
            <a:endParaRPr lang="en-US"/>
          </a:p>
        </p:txBody>
      </p:sp>
    </p:spTree>
    <p:extLst>
      <p:ext uri="{BB962C8B-B14F-4D97-AF65-F5344CB8AC3E}">
        <p14:creationId xmlns:p14="http://schemas.microsoft.com/office/powerpoint/2010/main" val="410397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AD8E8-60C3-F943-5CF1-687E02A8E0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06A7E8-CE51-606A-658D-38EB4E9001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5303CC-6CC5-4ABB-82C7-596C9E82369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51EDD2B-3DF1-785F-C9DE-A2C593FEB884}"/>
              </a:ext>
            </a:extLst>
          </p:cNvPr>
          <p:cNvSpPr>
            <a:spLocks noGrp="1"/>
          </p:cNvSpPr>
          <p:nvPr>
            <p:ph type="sldNum" sz="quarter" idx="5"/>
          </p:nvPr>
        </p:nvSpPr>
        <p:spPr/>
        <p:txBody>
          <a:bodyPr/>
          <a:lstStyle/>
          <a:p>
            <a:fld id="{55247812-3409-784D-BAE7-ABE53735D59F}" type="slidenum">
              <a:rPr lang="en-US" smtClean="0"/>
              <a:t>17</a:t>
            </a:fld>
            <a:endParaRPr lang="en-US"/>
          </a:p>
        </p:txBody>
      </p:sp>
    </p:spTree>
    <p:extLst>
      <p:ext uri="{BB962C8B-B14F-4D97-AF65-F5344CB8AC3E}">
        <p14:creationId xmlns:p14="http://schemas.microsoft.com/office/powerpoint/2010/main" val="37371886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4AEBA-4D16-2C7C-F573-15C0856166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BB0BC3-0A2F-4803-6BA8-124CFB2F03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416A6F-DEB6-CC7E-6EB5-730D62A92D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BDB1765-4A37-30E6-FAE0-C382AB34023A}"/>
              </a:ext>
            </a:extLst>
          </p:cNvPr>
          <p:cNvSpPr>
            <a:spLocks noGrp="1"/>
          </p:cNvSpPr>
          <p:nvPr>
            <p:ph type="sldNum" sz="quarter" idx="5"/>
          </p:nvPr>
        </p:nvSpPr>
        <p:spPr/>
        <p:txBody>
          <a:bodyPr/>
          <a:lstStyle/>
          <a:p>
            <a:fld id="{55247812-3409-784D-BAE7-ABE53735D59F}" type="slidenum">
              <a:rPr lang="en-US" smtClean="0"/>
              <a:t>18</a:t>
            </a:fld>
            <a:endParaRPr lang="en-US"/>
          </a:p>
        </p:txBody>
      </p:sp>
    </p:spTree>
    <p:extLst>
      <p:ext uri="{BB962C8B-B14F-4D97-AF65-F5344CB8AC3E}">
        <p14:creationId xmlns:p14="http://schemas.microsoft.com/office/powerpoint/2010/main" val="35247895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5A97DF-2064-3CCE-19A5-170176A43B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E8ED0F-9462-F5D9-AA6A-88057C10BB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4233EA-3EE7-8A8D-8EDF-D6728BF78CD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90DA719-6619-A7E2-0340-88DD5B1FD89D}"/>
              </a:ext>
            </a:extLst>
          </p:cNvPr>
          <p:cNvSpPr>
            <a:spLocks noGrp="1"/>
          </p:cNvSpPr>
          <p:nvPr>
            <p:ph type="sldNum" sz="quarter" idx="5"/>
          </p:nvPr>
        </p:nvSpPr>
        <p:spPr/>
        <p:txBody>
          <a:bodyPr/>
          <a:lstStyle/>
          <a:p>
            <a:fld id="{55247812-3409-784D-BAE7-ABE53735D59F}" type="slidenum">
              <a:rPr lang="en-US" smtClean="0"/>
              <a:t>19</a:t>
            </a:fld>
            <a:endParaRPr lang="en-US"/>
          </a:p>
        </p:txBody>
      </p:sp>
    </p:spTree>
    <p:extLst>
      <p:ext uri="{BB962C8B-B14F-4D97-AF65-F5344CB8AC3E}">
        <p14:creationId xmlns:p14="http://schemas.microsoft.com/office/powerpoint/2010/main" val="22685154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14F424-0C7F-4651-D7AC-3CF79CBBBA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6C6EEB-17CD-045B-C621-113B93BE27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684521-51D8-52B6-CC0A-54704CA24EB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2B8AE7C-D27D-FA44-38D2-1045793ECEF2}"/>
              </a:ext>
            </a:extLst>
          </p:cNvPr>
          <p:cNvSpPr>
            <a:spLocks noGrp="1"/>
          </p:cNvSpPr>
          <p:nvPr>
            <p:ph type="sldNum" sz="quarter" idx="5"/>
          </p:nvPr>
        </p:nvSpPr>
        <p:spPr/>
        <p:txBody>
          <a:bodyPr/>
          <a:lstStyle/>
          <a:p>
            <a:fld id="{55247812-3409-784D-BAE7-ABE53735D59F}" type="slidenum">
              <a:rPr lang="en-US" smtClean="0"/>
              <a:t>20</a:t>
            </a:fld>
            <a:endParaRPr lang="en-US"/>
          </a:p>
        </p:txBody>
      </p:sp>
    </p:spTree>
    <p:extLst>
      <p:ext uri="{BB962C8B-B14F-4D97-AF65-F5344CB8AC3E}">
        <p14:creationId xmlns:p14="http://schemas.microsoft.com/office/powerpoint/2010/main" val="38020648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ỉ Tiêu đề">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7A7F58C7-D277-8F14-F024-4B41D20D054F}"/>
              </a:ext>
            </a:extLst>
          </p:cNvPr>
          <p:cNvSpPr>
            <a:spLocks noGrp="1"/>
          </p:cNvSpPr>
          <p:nvPr>
            <p:ph type="pic" sz="quarter" idx="10"/>
          </p:nvPr>
        </p:nvSpPr>
        <p:spPr>
          <a:xfrm>
            <a:off x="0" y="0"/>
            <a:ext cx="12192000" cy="6858000"/>
          </a:xfrm>
        </p:spPr>
        <p:txBody>
          <a:bodyPr>
            <a:normAutofit/>
          </a:bodyPr>
          <a:lstStyle>
            <a:lvl1pPr marL="0" indent="0" algn="ctr">
              <a:buNone/>
              <a:defRPr sz="2000">
                <a:solidFill>
                  <a:schemeClr val="bg1"/>
                </a:solidFill>
              </a:defRPr>
            </a:lvl1pPr>
          </a:lstStyle>
          <a:p>
            <a:r>
              <a:rPr lang="vi-VN"/>
              <a:t>Bấm biểu tượng để thêm hình ảnh</a:t>
            </a:r>
            <a:endParaRPr lang="en-US" dirty="0"/>
          </a:p>
        </p:txBody>
      </p:sp>
      <p:sp>
        <p:nvSpPr>
          <p:cNvPr id="6" name="Title 1">
            <a:extLst>
              <a:ext uri="{FF2B5EF4-FFF2-40B4-BE49-F238E27FC236}">
                <a16:creationId xmlns:a16="http://schemas.microsoft.com/office/drawing/2014/main" id="{2E8C189B-2E00-67DA-E342-3440F5EBB4CE}"/>
              </a:ext>
            </a:extLst>
          </p:cNvPr>
          <p:cNvSpPr>
            <a:spLocks noGrp="1"/>
          </p:cNvSpPr>
          <p:nvPr>
            <p:ph type="ctrTitle" hasCustomPrompt="1"/>
          </p:nvPr>
        </p:nvSpPr>
        <p:spPr>
          <a:xfrm>
            <a:off x="1524000" y="2286000"/>
            <a:ext cx="9144000" cy="2286000"/>
          </a:xfrm>
        </p:spPr>
        <p:txBody>
          <a:bodyPr anchor="ctr" anchorCtr="0">
            <a:noAutofit/>
          </a:bodyPr>
          <a:lstStyle>
            <a:lvl1pPr algn="ctr">
              <a:defRPr sz="4800">
                <a:solidFill>
                  <a:schemeClr val="bg1"/>
                </a:solidFill>
              </a:defRPr>
            </a:lvl1pPr>
          </a:lstStyle>
          <a:p>
            <a:r>
              <a:rPr lang="en-US" dirty="0"/>
              <a:t>Click to add title</a:t>
            </a:r>
          </a:p>
        </p:txBody>
      </p:sp>
    </p:spTree>
    <p:extLst>
      <p:ext uri="{BB962C8B-B14F-4D97-AF65-F5344CB8AC3E}">
        <p14:creationId xmlns:p14="http://schemas.microsoft.com/office/powerpoint/2010/main" val="34246750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6562816" y="457200"/>
            <a:ext cx="4837176" cy="1993392"/>
          </a:xfrm>
        </p:spPr>
        <p:txBody>
          <a:bodyPr anchor="b">
            <a:noAutofit/>
          </a:bodyPr>
          <a:lstStyle>
            <a:lvl1pPr>
              <a:defRPr sz="3200"/>
            </a:lvl1pPr>
          </a:lstStyle>
          <a:p>
            <a:r>
              <a:rPr lang="en-US" dirty="0"/>
              <a:t>Click to add title</a:t>
            </a:r>
          </a:p>
        </p:txBody>
      </p:sp>
      <p:sp>
        <p:nvSpPr>
          <p:cNvPr id="10" name="Picture Placeholder 9">
            <a:extLst>
              <a:ext uri="{FF2B5EF4-FFF2-40B4-BE49-F238E27FC236}">
                <a16:creationId xmlns:a16="http://schemas.microsoft.com/office/drawing/2014/main" id="{6B8CBAD6-FC79-B2BB-0B67-26429A6D4C8C}"/>
              </a:ext>
            </a:extLst>
          </p:cNvPr>
          <p:cNvSpPr>
            <a:spLocks noGrp="1"/>
          </p:cNvSpPr>
          <p:nvPr>
            <p:ph type="pic" sz="quarter" idx="10"/>
          </p:nvPr>
        </p:nvSpPr>
        <p:spPr>
          <a:xfrm>
            <a:off x="-28882" y="0"/>
            <a:ext cx="6115050" cy="6858000"/>
          </a:xfrm>
          <a:prstGeom prst="parallelogram">
            <a:avLst/>
          </a:prstGeom>
          <a:ln>
            <a:noFill/>
          </a:ln>
        </p:spPr>
        <p:txBody>
          <a:bodyPr tIns="0">
            <a:normAutofit/>
          </a:bodyPr>
          <a:lstStyle>
            <a:lvl1pPr marL="0" indent="0" algn="ctr">
              <a:buNone/>
              <a:defRPr sz="2000"/>
            </a:lvl1pPr>
          </a:lstStyle>
          <a:p>
            <a:r>
              <a:rPr lang="vi-VN"/>
              <a:t>Bấm biểu tượng để thêm hình ảnh</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6562818" y="2752344"/>
            <a:ext cx="4837174" cy="3136392"/>
          </a:xfrm>
        </p:spPr>
        <p:txBody>
          <a:bodyPr anchor="t" anchorCtr="0">
            <a:normAutofit/>
          </a:bodyPr>
          <a:lstStyle>
            <a:lvl1pPr marL="0" indent="0">
              <a:lnSpc>
                <a:spcPct val="150000"/>
              </a:lnSpc>
              <a:spcBef>
                <a:spcPts val="1000"/>
              </a:spcBef>
              <a:buNone/>
              <a:defRPr sz="1800" cap="all" spc="300" baseline="0"/>
            </a:lvl1pPr>
            <a:lvl2pPr marL="457200" indent="0">
              <a:lnSpc>
                <a:spcPct val="150000"/>
              </a:lnSpc>
              <a:spcBef>
                <a:spcPts val="1000"/>
              </a:spcBef>
              <a:buNone/>
              <a:defRPr sz="1800" cap="all" spc="300" baseline="0"/>
            </a:lvl2pPr>
            <a:lvl3pPr marL="914400" indent="0">
              <a:lnSpc>
                <a:spcPct val="150000"/>
              </a:lnSpc>
              <a:spcBef>
                <a:spcPts val="1000"/>
              </a:spcBef>
              <a:buNone/>
              <a:defRPr sz="1800" cap="all" spc="300" baseline="0"/>
            </a:lvl3pPr>
            <a:lvl4pPr marL="1371600" indent="0">
              <a:lnSpc>
                <a:spcPct val="150000"/>
              </a:lnSpc>
              <a:spcBef>
                <a:spcPts val="1000"/>
              </a:spcBef>
              <a:buNone/>
              <a:defRPr sz="1800" cap="all" spc="300" baseline="0"/>
            </a:lvl4pPr>
            <a:lvl5pPr marL="1828800" indent="0">
              <a:lnSpc>
                <a:spcPct val="150000"/>
              </a:lnSpc>
              <a:spcBef>
                <a:spcPts val="1000"/>
              </a:spcBef>
              <a:buNone/>
              <a:defRPr sz="1800" cap="all" spc="300" baseline="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Rectangle 10">
            <a:extLst>
              <a:ext uri="{FF2B5EF4-FFF2-40B4-BE49-F238E27FC236}">
                <a16:creationId xmlns:a16="http://schemas.microsoft.com/office/drawing/2014/main" id="{934796A3-781D-5244-DAB8-2D6EE0AC3B70}"/>
              </a:ext>
              <a:ext uri="{C183D7F6-B498-43B3-948B-1728B52AA6E4}">
                <adec:decorative xmlns:adec="http://schemas.microsoft.com/office/drawing/2017/decorative" val="1"/>
              </a:ext>
            </a:extLst>
          </p:cNvPr>
          <p:cNvSpPr/>
          <p:nvPr userDrawn="1"/>
        </p:nvSpPr>
        <p:spPr>
          <a:xfrm>
            <a:off x="6562817"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1438804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subtitle +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1117600" y="762000"/>
            <a:ext cx="5066250" cy="2900680"/>
          </a:xfrm>
        </p:spPr>
        <p:txBody>
          <a:bodyPr anchor="b">
            <a:noAutofit/>
          </a:bodyPr>
          <a:lstStyle>
            <a:lvl1pPr algn="ctr">
              <a:defRPr sz="3200"/>
            </a:lvl1pPr>
          </a:lstStyle>
          <a:p>
            <a:r>
              <a:rPr lang="vi-VN"/>
              <a:t>Bấm để sửa kiểu tiêu đề Bản cái</a:t>
            </a:r>
            <a:endParaRPr lang="en-US" dirty="0"/>
          </a:p>
        </p:txBody>
      </p:sp>
      <p:sp>
        <p:nvSpPr>
          <p:cNvPr id="12" name="Picture Placeholder 11">
            <a:extLst>
              <a:ext uri="{FF2B5EF4-FFF2-40B4-BE49-F238E27FC236}">
                <a16:creationId xmlns:a16="http://schemas.microsoft.com/office/drawing/2014/main" id="{82836803-D9E6-3DF1-3B90-1E7E677CC7B7}"/>
              </a:ext>
            </a:extLst>
          </p:cNvPr>
          <p:cNvSpPr>
            <a:spLocks noGrp="1"/>
          </p:cNvSpPr>
          <p:nvPr>
            <p:ph type="pic" sz="quarter" idx="10" hasCustomPrompt="1"/>
          </p:nvPr>
        </p:nvSpPr>
        <p:spPr>
          <a:xfrm flipH="1">
            <a:off x="6086167" y="-22225"/>
            <a:ext cx="6080760" cy="6902450"/>
          </a:xfrm>
          <a:prstGeom prst="parallelogram">
            <a:avLst/>
          </a:prstGeom>
          <a:ln>
            <a:noFill/>
          </a:ln>
        </p:spPr>
        <p:txBody>
          <a:bodyPr lIns="0" tIns="0">
            <a:normAutofit/>
          </a:bodyPr>
          <a:lstStyle>
            <a:lvl1pPr marL="0" indent="0" algn="l">
              <a:buNone/>
              <a:defRPr sz="2000"/>
            </a:lvl1pPr>
          </a:lstStyle>
          <a:p>
            <a:r>
              <a:rPr lang="en-US" dirty="0"/>
              <a:t>Click icon to add image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1117600" y="4145280"/>
            <a:ext cx="5066250" cy="690880"/>
          </a:xfrm>
          <a:gradFill flip="none" rotWithShape="1">
            <a:gsLst>
              <a:gs pos="0">
                <a:schemeClr val="accent5"/>
              </a:gs>
              <a:gs pos="100000">
                <a:schemeClr val="accent2">
                  <a:lumMod val="97000"/>
                  <a:lumOff val="3000"/>
                </a:schemeClr>
              </a:gs>
              <a:gs pos="50000">
                <a:schemeClr val="accent1"/>
              </a:gs>
            </a:gsLst>
            <a:lin ang="10200000" scaled="0"/>
            <a:tileRect/>
          </a:gradFill>
        </p:spPr>
        <p:txBody>
          <a:bodyPr anchor="ctr">
            <a:normAutofit/>
          </a:bodyPr>
          <a:lstStyle>
            <a:lvl1pPr marL="0" indent="0" algn="ctr">
              <a:buNone/>
              <a:defRPr sz="2400" cap="all" baseline="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subtitle</a:t>
            </a:r>
          </a:p>
        </p:txBody>
      </p:sp>
    </p:spTree>
    <p:extLst>
      <p:ext uri="{BB962C8B-B14F-4D97-AF65-F5344CB8AC3E}">
        <p14:creationId xmlns:p14="http://schemas.microsoft.com/office/powerpoint/2010/main" val="1924186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5242425" y="466344"/>
            <a:ext cx="6241651" cy="1710354"/>
          </a:xfrm>
        </p:spPr>
        <p:txBody>
          <a:bodyPr bIns="0" anchor="ctr" anchorCtr="0">
            <a:noAutofit/>
          </a:bodyPr>
          <a:lstStyle>
            <a:lvl1pPr>
              <a:defRPr sz="3200"/>
            </a:lvl1pPr>
          </a:lstStyle>
          <a:p>
            <a:r>
              <a:rPr lang="en-US" dirty="0"/>
              <a:t>Click to add title</a:t>
            </a:r>
          </a:p>
        </p:txBody>
      </p:sp>
      <p:sp>
        <p:nvSpPr>
          <p:cNvPr id="10" name="Picture Placeholder 9">
            <a:extLst>
              <a:ext uri="{FF2B5EF4-FFF2-40B4-BE49-F238E27FC236}">
                <a16:creationId xmlns:a16="http://schemas.microsoft.com/office/drawing/2014/main" id="{511A5385-FB23-93A8-2B8F-9887244244DF}"/>
              </a:ext>
            </a:extLst>
          </p:cNvPr>
          <p:cNvSpPr>
            <a:spLocks noGrp="1"/>
          </p:cNvSpPr>
          <p:nvPr>
            <p:ph type="pic" sz="quarter" idx="10"/>
          </p:nvPr>
        </p:nvSpPr>
        <p:spPr>
          <a:xfrm>
            <a:off x="0" y="0"/>
            <a:ext cx="4287838" cy="6858000"/>
          </a:xfrm>
        </p:spPr>
        <p:txBody>
          <a:bodyPr>
            <a:normAutofit/>
          </a:bodyPr>
          <a:lstStyle>
            <a:lvl1pPr marL="0" indent="0" algn="ctr">
              <a:buNone/>
              <a:defRPr sz="2000"/>
            </a:lvl1pPr>
          </a:lstStyle>
          <a:p>
            <a:r>
              <a:rPr lang="vi-VN"/>
              <a:t>Bấm biểu tượng để thêm hình ảnh</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5242426" y="2286000"/>
            <a:ext cx="6241650" cy="3474720"/>
          </a:xfrm>
        </p:spPr>
        <p:txBody>
          <a:bodyPr>
            <a:normAutofit/>
          </a:bodyPr>
          <a:lstStyle>
            <a:lvl1pPr marL="228600" indent="-228600">
              <a:spcBef>
                <a:spcPts val="1000"/>
              </a:spcBef>
              <a:spcAft>
                <a:spcPts val="1000"/>
              </a:spcAft>
              <a:buClr>
                <a:schemeClr val="accent2"/>
              </a:buClr>
              <a:buFont typeface="Wingdings" panose="05000000000000000000" pitchFamily="2" charset="2"/>
              <a:buChar char="§"/>
              <a:defRPr sz="1800"/>
            </a:lvl1pPr>
            <a:lvl2pPr marL="228600" indent="-228600">
              <a:spcBef>
                <a:spcPts val="1000"/>
              </a:spcBef>
              <a:spcAft>
                <a:spcPts val="1000"/>
              </a:spcAft>
              <a:buClr>
                <a:schemeClr val="accent2"/>
              </a:buClr>
              <a:buFont typeface="Wingdings" panose="05000000000000000000" pitchFamily="2" charset="2"/>
              <a:buChar char="§"/>
              <a:defRPr sz="1800"/>
            </a:lvl2pPr>
            <a:lvl3pPr marL="228600" indent="-228600">
              <a:spcBef>
                <a:spcPts val="1000"/>
              </a:spcBef>
              <a:spcAft>
                <a:spcPts val="1000"/>
              </a:spcAft>
              <a:buClr>
                <a:schemeClr val="accent2"/>
              </a:buClr>
              <a:buFont typeface="Wingdings" panose="05000000000000000000" pitchFamily="2" charset="2"/>
              <a:buChar char="§"/>
              <a:defRPr sz="1800"/>
            </a:lvl3pPr>
            <a:lvl4pPr marL="228600" indent="-228600">
              <a:spcBef>
                <a:spcPts val="1000"/>
              </a:spcBef>
              <a:spcAft>
                <a:spcPts val="1000"/>
              </a:spcAft>
              <a:buClr>
                <a:schemeClr val="accent2"/>
              </a:buClr>
              <a:buFont typeface="Wingdings" panose="05000000000000000000" pitchFamily="2" charset="2"/>
              <a:buChar char="§"/>
              <a:defRPr sz="1800"/>
            </a:lvl4pPr>
            <a:lvl5pPr marL="228600" indent="-228600">
              <a:spcBef>
                <a:spcPts val="1000"/>
              </a:spcBef>
              <a:spcAft>
                <a:spcPts val="1000"/>
              </a:spcAft>
              <a:buClr>
                <a:schemeClr val="accent2"/>
              </a:buClr>
              <a:buFont typeface="Wingdings" panose="05000000000000000000" pitchFamily="2" charset="2"/>
              <a:buChar cha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Rectangle 7">
            <a:extLst>
              <a:ext uri="{FF2B5EF4-FFF2-40B4-BE49-F238E27FC236}">
                <a16:creationId xmlns:a16="http://schemas.microsoft.com/office/drawing/2014/main" id="{50E25A87-9155-9E07-878F-CEC0B137C2D7}"/>
              </a:ext>
              <a:ext uri="{C183D7F6-B498-43B3-948B-1728B52AA6E4}">
                <adec:decorative xmlns:adec="http://schemas.microsoft.com/office/drawing/2017/decorative" val="1"/>
              </a:ext>
            </a:extLst>
          </p:cNvPr>
          <p:cNvSpPr/>
          <p:nvPr userDrawn="1"/>
        </p:nvSpPr>
        <p:spPr>
          <a:xfrm>
            <a:off x="5291586" y="6303963"/>
            <a:ext cx="4287186"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5878947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hasCustomPrompt="1"/>
          </p:nvPr>
        </p:nvSpPr>
        <p:spPr>
          <a:xfrm>
            <a:off x="1524000" y="1143000"/>
            <a:ext cx="9144000" cy="2286000"/>
          </a:xfrm>
        </p:spPr>
        <p:txBody>
          <a:bodyPr anchor="b">
            <a:noAutofit/>
          </a:bodyPr>
          <a:lstStyle>
            <a:lvl1pPr algn="ctr">
              <a:defRPr sz="4800"/>
            </a:lvl1pPr>
          </a:lstStyle>
          <a:p>
            <a:r>
              <a:rPr lang="en-US" dirty="0"/>
              <a:t>Click to add title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1524000" y="3835198"/>
            <a:ext cx="9144000" cy="683219"/>
          </a:xfrm>
          <a:gradFill>
            <a:gsLst>
              <a:gs pos="0">
                <a:schemeClr val="accent5"/>
              </a:gs>
              <a:gs pos="100000">
                <a:schemeClr val="accent2">
                  <a:lumMod val="97000"/>
                  <a:lumOff val="3000"/>
                </a:schemeClr>
              </a:gs>
              <a:gs pos="50000">
                <a:schemeClr val="accent1"/>
              </a:gs>
            </a:gsLst>
            <a:path path="circle">
              <a:fillToRect l="100000" t="100000"/>
            </a:path>
          </a:gradFill>
        </p:spPr>
        <p:txBody>
          <a:bodyPr anchor="ctr">
            <a:normAutofit/>
          </a:bodyPr>
          <a:lstStyle>
            <a:lvl1pPr marL="0" indent="0" algn="ctr">
              <a:buNone/>
              <a:defRPr sz="2400" cap="all" spc="3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subtitle</a:t>
            </a:r>
          </a:p>
        </p:txBody>
      </p:sp>
    </p:spTree>
    <p:extLst>
      <p:ext uri="{BB962C8B-B14F-4D97-AF65-F5344CB8AC3E}">
        <p14:creationId xmlns:p14="http://schemas.microsoft.com/office/powerpoint/2010/main" val="15637277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1">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9577E27-B60E-C6DD-BAAF-5CCC3D59E5D5}"/>
              </a:ext>
              <a:ext uri="{C183D7F6-B498-43B3-948B-1728B52AA6E4}">
                <adec:decorative xmlns:adec="http://schemas.microsoft.com/office/drawing/2017/decorative" val="1"/>
              </a:ext>
            </a:extLst>
          </p:cNvPr>
          <p:cNvSpPr/>
          <p:nvPr userDrawn="1"/>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880"/>
          </a:xfrm>
        </p:spPr>
        <p:txBody>
          <a:bodyPr anchor="ctr" anchorCtr="0">
            <a:noAutofit/>
          </a:bodyPr>
          <a:lstStyle>
            <a:lvl1pPr algn="ctr">
              <a:defRPr sz="3200"/>
            </a:lvl1pPr>
          </a:lstStyle>
          <a:p>
            <a:r>
              <a:rPr lang="en-US" dirty="0"/>
              <a:t>Click to add title</a:t>
            </a:r>
          </a:p>
        </p:txBody>
      </p:sp>
      <p:sp>
        <p:nvSpPr>
          <p:cNvPr id="9" name="Content Placeholder 10">
            <a:extLst>
              <a:ext uri="{FF2B5EF4-FFF2-40B4-BE49-F238E27FC236}">
                <a16:creationId xmlns:a16="http://schemas.microsoft.com/office/drawing/2014/main" id="{964CA031-27E0-D0AA-1451-A904CCF234FE}"/>
              </a:ext>
            </a:extLst>
          </p:cNvPr>
          <p:cNvSpPr>
            <a:spLocks noGrp="1"/>
          </p:cNvSpPr>
          <p:nvPr>
            <p:ph sz="quarter" idx="13" hasCustomPrompt="1"/>
          </p:nvPr>
        </p:nvSpPr>
        <p:spPr>
          <a:xfrm>
            <a:off x="838199" y="2024781"/>
            <a:ext cx="5212079"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a:extLst>
              <a:ext uri="{FF2B5EF4-FFF2-40B4-BE49-F238E27FC236}">
                <a16:creationId xmlns:a16="http://schemas.microsoft.com/office/drawing/2014/main" id="{81FE0D7D-86B7-CCD2-A7A1-70E95846B542}"/>
              </a:ext>
            </a:extLst>
          </p:cNvPr>
          <p:cNvSpPr>
            <a:spLocks noGrp="1"/>
          </p:cNvSpPr>
          <p:nvPr>
            <p:ph sz="quarter" idx="14" hasCustomPrompt="1"/>
          </p:nvPr>
        </p:nvSpPr>
        <p:spPr>
          <a:xfrm>
            <a:off x="6459795" y="2024780"/>
            <a:ext cx="4894006"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11/24/2025</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5052907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880"/>
          </a:xfrm>
        </p:spPr>
        <p:txBody>
          <a:bodyPr anchor="ctr" anchorCtr="0">
            <a:noAutofit/>
          </a:bodyPr>
          <a:lstStyle>
            <a:lvl1pPr algn="ctr">
              <a:defRPr sz="3200"/>
            </a:lvl1pPr>
          </a:lstStyle>
          <a:p>
            <a:r>
              <a:rPr lang="en-US" dirty="0"/>
              <a:t>Click to add title</a:t>
            </a:r>
          </a:p>
        </p:txBody>
      </p:sp>
      <p:sp>
        <p:nvSpPr>
          <p:cNvPr id="11" name="Content Placeholder 10">
            <a:extLst>
              <a:ext uri="{FF2B5EF4-FFF2-40B4-BE49-F238E27FC236}">
                <a16:creationId xmlns:a16="http://schemas.microsoft.com/office/drawing/2014/main" id="{2D2DE411-9D7C-15AE-0B59-F26B2BF8C522}"/>
              </a:ext>
            </a:extLst>
          </p:cNvPr>
          <p:cNvSpPr>
            <a:spLocks noGrp="1"/>
          </p:cNvSpPr>
          <p:nvPr>
            <p:ph sz="quarter" idx="13" hasCustomPrompt="1"/>
          </p:nvPr>
        </p:nvSpPr>
        <p:spPr>
          <a:xfrm>
            <a:off x="838200" y="2024781"/>
            <a:ext cx="2878394" cy="4137189"/>
          </a:xfrm>
        </p:spPr>
        <p:txBody>
          <a:bodyPr>
            <a:normAutofit/>
          </a:bodyPr>
          <a:lstStyle>
            <a:lvl1pPr marL="342900" indent="-342900">
              <a:spcBef>
                <a:spcPts val="1000"/>
              </a:spcBef>
              <a:spcAft>
                <a:spcPts val="1000"/>
              </a:spcAft>
              <a:buClr>
                <a:schemeClr val="accent2"/>
              </a:buClr>
              <a:buFont typeface="+mj-lt"/>
              <a:buAutoNum type="arabicPeriod"/>
              <a:defRPr sz="1800">
                <a:latin typeface="+mn-lt"/>
              </a:defRPr>
            </a:lvl1pPr>
            <a:lvl2pPr marL="800100" indent="-342900">
              <a:spcBef>
                <a:spcPts val="1000"/>
              </a:spcBef>
              <a:spcAft>
                <a:spcPts val="1000"/>
              </a:spcAft>
              <a:buClr>
                <a:schemeClr val="accent2"/>
              </a:buClr>
              <a:buFont typeface="+mj-lt"/>
              <a:buAutoNum type="alphaLcPeriod"/>
              <a:defRPr sz="1800">
                <a:latin typeface="+mn-lt"/>
              </a:defRPr>
            </a:lvl2pPr>
            <a:lvl3pPr marL="1257300" indent="-342900">
              <a:spcBef>
                <a:spcPts val="1000"/>
              </a:spcBef>
              <a:spcAft>
                <a:spcPts val="1000"/>
              </a:spcAft>
              <a:buClr>
                <a:schemeClr val="accent2"/>
              </a:buClr>
              <a:buFont typeface="+mj-lt"/>
              <a:buAutoNum type="arabicParenR"/>
              <a:defRPr sz="1800">
                <a:latin typeface="+mn-lt"/>
              </a:defRPr>
            </a:lvl3pPr>
            <a:lvl4pPr marL="1714500" indent="-342900">
              <a:spcBef>
                <a:spcPts val="1000"/>
              </a:spcBef>
              <a:spcAft>
                <a:spcPts val="1000"/>
              </a:spcAft>
              <a:buClr>
                <a:schemeClr val="accent2"/>
              </a:buClr>
              <a:buFont typeface="+mj-lt"/>
              <a:buAutoNum type="alphaLcParenR"/>
              <a:defRPr sz="1800">
                <a:latin typeface="+mn-lt"/>
              </a:defRPr>
            </a:lvl4pPr>
            <a:lvl5pPr marL="2057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4" name="Content Placeholder 10">
            <a:extLst>
              <a:ext uri="{FF2B5EF4-FFF2-40B4-BE49-F238E27FC236}">
                <a16:creationId xmlns:a16="http://schemas.microsoft.com/office/drawing/2014/main" id="{60FEDE7C-502F-ECFE-4136-E99206849C2A}"/>
              </a:ext>
            </a:extLst>
          </p:cNvPr>
          <p:cNvSpPr>
            <a:spLocks noGrp="1"/>
          </p:cNvSpPr>
          <p:nvPr>
            <p:ph sz="quarter" idx="14" hasCustomPrompt="1"/>
          </p:nvPr>
        </p:nvSpPr>
        <p:spPr>
          <a:xfrm>
            <a:off x="6459795" y="2024780"/>
            <a:ext cx="4894006"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11/24/2025</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6578526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 pictur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838201" y="448056"/>
            <a:ext cx="6172200" cy="1581912"/>
          </a:xfrm>
        </p:spPr>
        <p:txBody>
          <a:bodyPr anchor="b" anchorCtr="0">
            <a:noAutofit/>
          </a:bodyPr>
          <a:lstStyle>
            <a:lvl1pPr>
              <a:defRPr sz="3200"/>
            </a:lvl1pPr>
          </a:lstStyle>
          <a:p>
            <a:r>
              <a:rPr lang="vi-VN"/>
              <a:t>Bấm để sửa kiểu tiêu đề Bản cái</a:t>
            </a:r>
            <a:endParaRPr lang="en-US" dirty="0"/>
          </a:p>
        </p:txBody>
      </p:sp>
      <p:sp>
        <p:nvSpPr>
          <p:cNvPr id="4" name="Content Placeholder 10">
            <a:extLst>
              <a:ext uri="{FF2B5EF4-FFF2-40B4-BE49-F238E27FC236}">
                <a16:creationId xmlns:a16="http://schemas.microsoft.com/office/drawing/2014/main" id="{5F30E2A0-23EF-51B1-8ABD-00429EEA0642}"/>
              </a:ext>
            </a:extLst>
          </p:cNvPr>
          <p:cNvSpPr>
            <a:spLocks noGrp="1"/>
          </p:cNvSpPr>
          <p:nvPr>
            <p:ph sz="quarter" idx="14" hasCustomPrompt="1"/>
          </p:nvPr>
        </p:nvSpPr>
        <p:spPr>
          <a:xfrm>
            <a:off x="838200" y="2257063"/>
            <a:ext cx="4894006" cy="3904906"/>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AF15552F-C66B-341F-2D37-0389710BA5E2}"/>
              </a:ext>
            </a:extLst>
          </p:cNvPr>
          <p:cNvSpPr>
            <a:spLocks noGrp="1"/>
          </p:cNvSpPr>
          <p:nvPr>
            <p:ph type="pic" sz="quarter" idx="10"/>
          </p:nvPr>
        </p:nvSpPr>
        <p:spPr>
          <a:xfrm>
            <a:off x="7500938" y="-22225"/>
            <a:ext cx="4714875" cy="6880225"/>
          </a:xfrm>
        </p:spPr>
        <p:txBody>
          <a:bodyPr>
            <a:normAutofit/>
          </a:bodyPr>
          <a:lstStyle>
            <a:lvl1pPr marL="0" indent="0" algn="ctr">
              <a:buNone/>
              <a:defRPr sz="2000"/>
            </a:lvl1pPr>
          </a:lstStyle>
          <a:p>
            <a:r>
              <a:rPr lang="vi-VN"/>
              <a:t>Bấm biểu tượng để thêm hình ảnh</a:t>
            </a:r>
            <a:endParaRPr lang="en-US" dirty="0"/>
          </a:p>
        </p:txBody>
      </p:sp>
      <p:sp>
        <p:nvSpPr>
          <p:cNvPr id="12" name="Rectangle 11">
            <a:extLst>
              <a:ext uri="{FF2B5EF4-FFF2-40B4-BE49-F238E27FC236}">
                <a16:creationId xmlns:a16="http://schemas.microsoft.com/office/drawing/2014/main" id="{0D8DCC6D-8B88-7BE0-7240-F743AE09EC48}"/>
              </a:ext>
              <a:ext uri="{C183D7F6-B498-43B3-948B-1728B52AA6E4}">
                <adec:decorative xmlns:adec="http://schemas.microsoft.com/office/drawing/2017/decorative" val="1"/>
              </a:ext>
            </a:extLst>
          </p:cNvPr>
          <p:cNvSpPr/>
          <p:nvPr userDrawn="1"/>
        </p:nvSpPr>
        <p:spPr>
          <a:xfrm>
            <a:off x="993814" y="6303963"/>
            <a:ext cx="4287186"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454381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563"/>
          </a:xfrm>
        </p:spPr>
        <p:txBody>
          <a:bodyPr anchor="ctr" anchorCtr="0">
            <a:noAutofit/>
          </a:bodyPr>
          <a:lstStyle>
            <a:lvl1pPr algn="ctr">
              <a:defRPr sz="3200"/>
            </a:lvl1pPr>
          </a:lstStyle>
          <a:p>
            <a:r>
              <a:rPr lang="en-US" dirty="0"/>
              <a:t>Click to add title</a:t>
            </a:r>
          </a:p>
        </p:txBody>
      </p:sp>
      <p:sp>
        <p:nvSpPr>
          <p:cNvPr id="4" name="Content Placeholder 10">
            <a:extLst>
              <a:ext uri="{FF2B5EF4-FFF2-40B4-BE49-F238E27FC236}">
                <a16:creationId xmlns:a16="http://schemas.microsoft.com/office/drawing/2014/main" id="{9C3ED3BF-FF6B-07FA-72C4-F6102A8558AF}"/>
              </a:ext>
            </a:extLst>
          </p:cNvPr>
          <p:cNvSpPr>
            <a:spLocks noGrp="1"/>
          </p:cNvSpPr>
          <p:nvPr>
            <p:ph sz="quarter" idx="15" hasCustomPrompt="1"/>
          </p:nvPr>
        </p:nvSpPr>
        <p:spPr>
          <a:xfrm>
            <a:off x="896074" y="2106591"/>
            <a:ext cx="2067045" cy="3633787"/>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600">
                <a:latin typeface="+mn-lt"/>
              </a:defRPr>
            </a:lvl2pPr>
            <a:lvl3pPr marL="457200" indent="-228600">
              <a:spcBef>
                <a:spcPts val="1000"/>
              </a:spcBef>
              <a:spcAft>
                <a:spcPts val="1000"/>
              </a:spcAft>
              <a:buClr>
                <a:schemeClr val="accent2"/>
              </a:buClr>
              <a:buFont typeface="Wingdings" panose="05000000000000000000" pitchFamily="2" charset="2"/>
              <a:buChar char="§"/>
              <a:defRPr sz="1400">
                <a:latin typeface="+mn-lt"/>
              </a:defRPr>
            </a:lvl3pPr>
            <a:lvl4pPr marL="685800" indent="-228600">
              <a:spcBef>
                <a:spcPts val="1000"/>
              </a:spcBef>
              <a:spcAft>
                <a:spcPts val="1000"/>
              </a:spcAft>
              <a:buClr>
                <a:schemeClr val="accent2"/>
              </a:buClr>
              <a:buFont typeface="Wingdings" panose="05000000000000000000" pitchFamily="2" charset="2"/>
              <a:buChar char="§"/>
              <a:defRPr sz="1400">
                <a:latin typeface="+mn-lt"/>
              </a:defRPr>
            </a:lvl4pPr>
            <a:lvl5pPr marL="914400" indent="-228600">
              <a:spcBef>
                <a:spcPts val="1000"/>
              </a:spcBef>
              <a:spcAft>
                <a:spcPts val="1000"/>
              </a:spcAft>
              <a:buClr>
                <a:schemeClr val="accent2"/>
              </a:buClr>
              <a:buFont typeface="Wingdings" panose="05000000000000000000" pitchFamily="2" charset="2"/>
              <a:buChar char="§"/>
              <a:defRPr sz="12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able Placeholder 7">
            <a:extLst>
              <a:ext uri="{FF2B5EF4-FFF2-40B4-BE49-F238E27FC236}">
                <a16:creationId xmlns:a16="http://schemas.microsoft.com/office/drawing/2014/main" id="{423FEB60-8FB5-7F10-EDD7-8AB4B3139EF6}"/>
              </a:ext>
            </a:extLst>
          </p:cNvPr>
          <p:cNvSpPr>
            <a:spLocks noGrp="1"/>
          </p:cNvSpPr>
          <p:nvPr>
            <p:ph type="tbl" sz="quarter" idx="13"/>
          </p:nvPr>
        </p:nvSpPr>
        <p:spPr>
          <a:xfrm>
            <a:off x="3483980" y="2106591"/>
            <a:ext cx="7869820" cy="4016713"/>
          </a:xfrm>
        </p:spPr>
        <p:txBody>
          <a:bodyPr/>
          <a:lstStyle/>
          <a:p>
            <a:r>
              <a:rPr lang="vi-VN"/>
              <a:t>Bấm biểu tượng để thêm bảng</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11/24/2025</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808150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563"/>
          </a:xfrm>
        </p:spPr>
        <p:txBody>
          <a:bodyPr anchor="ctr" anchorCtr="0">
            <a:noAutofit/>
          </a:bodyPr>
          <a:lstStyle>
            <a:lvl1pPr algn="ctr">
              <a:defRPr sz="3200"/>
            </a:lvl1pPr>
          </a:lstStyle>
          <a:p>
            <a:r>
              <a:rPr lang="en-US" dirty="0"/>
              <a:t>Click to add title</a:t>
            </a:r>
          </a:p>
        </p:txBody>
      </p:sp>
      <p:sp>
        <p:nvSpPr>
          <p:cNvPr id="8" name="Content Placeholder 10">
            <a:extLst>
              <a:ext uri="{FF2B5EF4-FFF2-40B4-BE49-F238E27FC236}">
                <a16:creationId xmlns:a16="http://schemas.microsoft.com/office/drawing/2014/main" id="{A524C1E0-92FE-D7D2-83A7-46D29A838874}"/>
              </a:ext>
            </a:extLst>
          </p:cNvPr>
          <p:cNvSpPr>
            <a:spLocks noGrp="1"/>
          </p:cNvSpPr>
          <p:nvPr>
            <p:ph sz="quarter" idx="15" hasCustomPrompt="1"/>
          </p:nvPr>
        </p:nvSpPr>
        <p:spPr>
          <a:xfrm>
            <a:off x="838200" y="1790329"/>
            <a:ext cx="5134335" cy="4113054"/>
          </a:xfrm>
        </p:spPr>
        <p:txBody>
          <a:bodyPr>
            <a:normAutofit/>
          </a:bodyPr>
          <a:lstStyle>
            <a:lvl1pPr marL="0" indent="0">
              <a:lnSpc>
                <a:spcPct val="150000"/>
              </a:lnSpc>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427E0367-8E38-8905-DC9A-D0C376A591A7}"/>
              </a:ext>
            </a:extLst>
          </p:cNvPr>
          <p:cNvSpPr>
            <a:spLocks noGrp="1"/>
          </p:cNvSpPr>
          <p:nvPr>
            <p:ph sz="quarter" idx="16" hasCustomPrompt="1"/>
          </p:nvPr>
        </p:nvSpPr>
        <p:spPr>
          <a:xfrm>
            <a:off x="6219464" y="1790329"/>
            <a:ext cx="5134335" cy="4113054"/>
          </a:xfrm>
        </p:spPr>
        <p:txBody>
          <a:bodyPr>
            <a:normAutofit/>
          </a:bodyPr>
          <a:lstStyle>
            <a:lvl1pPr marL="0" indent="0">
              <a:lnSpc>
                <a:spcPct val="150000"/>
              </a:lnSpc>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Rectangle 9">
            <a:extLst>
              <a:ext uri="{FF2B5EF4-FFF2-40B4-BE49-F238E27FC236}">
                <a16:creationId xmlns:a16="http://schemas.microsoft.com/office/drawing/2014/main" id="{43D847DE-29F2-8ABB-1718-34BED4F37718}"/>
              </a:ext>
              <a:ext uri="{C183D7F6-B498-43B3-948B-1728B52AA6E4}">
                <adec:decorative xmlns:adec="http://schemas.microsoft.com/office/drawing/2017/decorative" val="1"/>
              </a:ext>
            </a:extLst>
          </p:cNvPr>
          <p:cNvSpPr/>
          <p:nvPr userDrawn="1"/>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11/24/2025</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137703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p:txBody>
          <a:bodyPr anchor="ctr" anchorCtr="0">
            <a:noAutofit/>
          </a:bodyPr>
          <a:lstStyle>
            <a:lvl1pPr algn="ctr">
              <a:defRPr sz="3200"/>
            </a:lvl1pPr>
          </a:lstStyle>
          <a:p>
            <a:r>
              <a:rPr lang="en-US" dirty="0"/>
              <a:t>Click to add title</a:t>
            </a:r>
          </a:p>
        </p:txBody>
      </p:sp>
      <p:sp>
        <p:nvSpPr>
          <p:cNvPr id="8" name="Table Placeholder 7">
            <a:extLst>
              <a:ext uri="{FF2B5EF4-FFF2-40B4-BE49-F238E27FC236}">
                <a16:creationId xmlns:a16="http://schemas.microsoft.com/office/drawing/2014/main" id="{0CEAFE70-86D3-8690-31CA-F9A1FBA494D0}"/>
              </a:ext>
            </a:extLst>
          </p:cNvPr>
          <p:cNvSpPr>
            <a:spLocks noGrp="1"/>
          </p:cNvSpPr>
          <p:nvPr>
            <p:ph type="tbl" sz="quarter" idx="13"/>
          </p:nvPr>
        </p:nvSpPr>
        <p:spPr>
          <a:xfrm>
            <a:off x="613186" y="2107800"/>
            <a:ext cx="10965628" cy="3920196"/>
          </a:xfrm>
        </p:spPr>
        <p:txBody>
          <a:bodyPr/>
          <a:lstStyle>
            <a:lvl1pPr>
              <a:defRPr/>
            </a:lvl1pPr>
          </a:lstStyle>
          <a:p>
            <a:r>
              <a:rPr lang="vi-VN"/>
              <a:t>Bấm biểu tượng để thêm bảng</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t>11/24/2025</a:t>
            </a:fld>
            <a:endParaRPr lang="en-US"/>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6260992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76EE6F3F-63EB-5C0E-2307-3B7CBBA1C374}"/>
              </a:ext>
            </a:extLst>
          </p:cNvPr>
          <p:cNvSpPr>
            <a:spLocks noGrp="1"/>
          </p:cNvSpPr>
          <p:nvPr>
            <p:ph type="pic" sz="quarter" idx="11"/>
          </p:nvPr>
        </p:nvSpPr>
        <p:spPr>
          <a:xfrm>
            <a:off x="0" y="0"/>
            <a:ext cx="12192000" cy="6858000"/>
          </a:xfrm>
          <a:solidFill>
            <a:schemeClr val="tx1"/>
          </a:solidFill>
        </p:spPr>
        <p:txBody>
          <a:bodyPr>
            <a:normAutofit/>
          </a:bodyPr>
          <a:lstStyle>
            <a:lvl1pPr marL="0" indent="0" algn="ctr">
              <a:buNone/>
              <a:defRPr sz="2000">
                <a:solidFill>
                  <a:schemeClr val="bg1"/>
                </a:solidFill>
              </a:defRPr>
            </a:lvl1pPr>
          </a:lstStyle>
          <a:p>
            <a:r>
              <a:rPr lang="vi-VN"/>
              <a:t>Bấm biểu tượng để thêm hình ảnh</a:t>
            </a: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1362437" y="400485"/>
            <a:ext cx="9467127" cy="2527911"/>
          </a:xfrm>
        </p:spPr>
        <p:txBody>
          <a:bodyPr anchor="b">
            <a:noAutofit/>
          </a:bodyPr>
          <a:lstStyle>
            <a:lvl1pPr algn="ctr">
              <a:spcBef>
                <a:spcPts val="1000"/>
              </a:spcBef>
              <a:defRPr>
                <a:solidFill>
                  <a:schemeClr val="bg1"/>
                </a:solidFill>
              </a:defRPr>
            </a:lvl1pPr>
          </a:lstStyle>
          <a:p>
            <a:r>
              <a:rPr lang="en-US" dirty="0"/>
              <a:t>Click to add title</a:t>
            </a:r>
          </a:p>
        </p:txBody>
      </p:sp>
      <p:sp>
        <p:nvSpPr>
          <p:cNvPr id="10" name="Text Placeholder 9">
            <a:extLst>
              <a:ext uri="{FF2B5EF4-FFF2-40B4-BE49-F238E27FC236}">
                <a16:creationId xmlns:a16="http://schemas.microsoft.com/office/drawing/2014/main" id="{E12DA517-30B0-BC62-0422-F995FB9189E2}"/>
              </a:ext>
            </a:extLst>
          </p:cNvPr>
          <p:cNvSpPr>
            <a:spLocks noGrp="1"/>
          </p:cNvSpPr>
          <p:nvPr>
            <p:ph type="body" sz="quarter" idx="10" hasCustomPrompt="1"/>
          </p:nvPr>
        </p:nvSpPr>
        <p:spPr>
          <a:xfrm>
            <a:off x="1362075" y="3738622"/>
            <a:ext cx="9467850" cy="2527911"/>
          </a:xfrm>
        </p:spPr>
        <p:txBody>
          <a:bodyPr>
            <a:normAutofit/>
          </a:bodyPr>
          <a:lstStyle>
            <a:lvl1pPr marL="0" indent="0" algn="ctr">
              <a:spcBef>
                <a:spcPts val="1000"/>
              </a:spcBef>
              <a:buNone/>
              <a:defRPr sz="1800">
                <a:solidFill>
                  <a:schemeClr val="bg1"/>
                </a:solidFill>
              </a:defRPr>
            </a:lvl1pPr>
            <a:lvl2pPr marL="457200" indent="0" algn="ctr">
              <a:spcBef>
                <a:spcPts val="1000"/>
              </a:spcBef>
              <a:buNone/>
              <a:defRPr sz="1800">
                <a:solidFill>
                  <a:schemeClr val="bg1"/>
                </a:solidFill>
              </a:defRPr>
            </a:lvl2pPr>
            <a:lvl3pPr marL="914400" indent="0" algn="ctr">
              <a:spcBef>
                <a:spcPts val="1000"/>
              </a:spcBef>
              <a:buNone/>
              <a:defRPr sz="1800">
                <a:solidFill>
                  <a:schemeClr val="bg1"/>
                </a:solidFill>
              </a:defRPr>
            </a:lvl3pPr>
            <a:lvl4pPr marL="1371600" indent="0" algn="ctr">
              <a:spcBef>
                <a:spcPts val="1000"/>
              </a:spcBef>
              <a:buNone/>
              <a:defRPr sz="1800">
                <a:solidFill>
                  <a:schemeClr val="bg1"/>
                </a:solidFill>
              </a:defRPr>
            </a:lvl4pPr>
            <a:lvl5pPr marL="1828800" indent="0" algn="ctr">
              <a:spcBef>
                <a:spcPts val="1000"/>
              </a:spcBef>
              <a:buNone/>
              <a:defRPr sz="1800">
                <a:solidFill>
                  <a:schemeClr val="bg1"/>
                </a:solidFill>
              </a:defRPr>
            </a:lvl5pPr>
          </a:lstStyle>
          <a:p>
            <a:pPr lvl="0"/>
            <a:r>
              <a:rPr lang="en-US" dirty="0"/>
              <a:t>Click to add text</a:t>
            </a:r>
          </a:p>
        </p:txBody>
      </p:sp>
    </p:spTree>
    <p:extLst>
      <p:ext uri="{BB962C8B-B14F-4D97-AF65-F5344CB8AC3E}">
        <p14:creationId xmlns:p14="http://schemas.microsoft.com/office/powerpoint/2010/main" val="21629670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D97564-C310-6E8C-8689-CE18881B4A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vi-VN"/>
              <a:t>Bấm để sửa kiểu tiêu đề Bản cái</a:t>
            </a:r>
            <a:endParaRPr lang="en-US" dirty="0"/>
          </a:p>
        </p:txBody>
      </p:sp>
      <p:sp>
        <p:nvSpPr>
          <p:cNvPr id="3" name="Text Placeholder 2">
            <a:extLst>
              <a:ext uri="{FF2B5EF4-FFF2-40B4-BE49-F238E27FC236}">
                <a16:creationId xmlns:a16="http://schemas.microsoft.com/office/drawing/2014/main" id="{0FAD99FA-26D9-873B-BE7F-26FEC5C233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4" name="Date Placeholder 3">
            <a:extLst>
              <a:ext uri="{FF2B5EF4-FFF2-40B4-BE49-F238E27FC236}">
                <a16:creationId xmlns:a16="http://schemas.microsoft.com/office/drawing/2014/main" id="{C319819E-0266-97DD-DFD1-BAAA06AE32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D8061D-18C3-4F4F-85EF-561633F58754}" type="datetimeFigureOut">
              <a:rPr lang="en-US" smtClean="0"/>
              <a:t>11/24/2025</a:t>
            </a:fld>
            <a:endParaRPr lang="en-US"/>
          </a:p>
        </p:txBody>
      </p:sp>
      <p:sp>
        <p:nvSpPr>
          <p:cNvPr id="5" name="Footer Placeholder 4">
            <a:extLst>
              <a:ext uri="{FF2B5EF4-FFF2-40B4-BE49-F238E27FC236}">
                <a16:creationId xmlns:a16="http://schemas.microsoft.com/office/drawing/2014/main" id="{2BFD19C9-01CE-9E2A-CDA5-C15940F055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1801085-7B28-048D-E3D3-9C3614268D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D12358-51D2-46B3-9BDE-DF29528B9454}" type="slidenum">
              <a:rPr lang="en-US" smtClean="0"/>
              <a:t>‹#›</a:t>
            </a:fld>
            <a:endParaRPr lang="en-US"/>
          </a:p>
        </p:txBody>
      </p:sp>
    </p:spTree>
    <p:extLst>
      <p:ext uri="{BB962C8B-B14F-4D97-AF65-F5344CB8AC3E}">
        <p14:creationId xmlns:p14="http://schemas.microsoft.com/office/powerpoint/2010/main" val="1965934658"/>
      </p:ext>
    </p:extLst>
  </p:cSld>
  <p:clrMap bg1="lt1" tx1="dk1" bg2="lt2" tx2="dk2" accent1="accent1" accent2="accent2" accent3="accent3" accent4="accent4" accent5="accent5" accent6="accent6" hlink="hlink" folHlink="folHlink"/>
  <p:sldLayoutIdLst>
    <p:sldLayoutId id="2147483654" r:id="rId1"/>
    <p:sldLayoutId id="2147483660" r:id="rId2"/>
    <p:sldLayoutId id="2147483659" r:id="rId3"/>
    <p:sldLayoutId id="2147483650" r:id="rId4"/>
    <p:sldLayoutId id="2147483649" r:id="rId5"/>
    <p:sldLayoutId id="2147483662" r:id="rId6"/>
    <p:sldLayoutId id="2147483663" r:id="rId7"/>
    <p:sldLayoutId id="2147483652" r:id="rId8"/>
    <p:sldLayoutId id="2147483666" r:id="rId9"/>
    <p:sldLayoutId id="2147483664" r:id="rId10"/>
    <p:sldLayoutId id="2147483665" r:id="rId11"/>
    <p:sldLayoutId id="2147483661" r:id="rId12"/>
  </p:sldLayoutIdLst>
  <p:txStyles>
    <p:titleStyle>
      <a:lvl1pPr algn="l" defTabSz="914400" rtl="0" eaLnBrk="1" latinLnBrk="0" hangingPunct="1">
        <a:lnSpc>
          <a:spcPct val="90000"/>
        </a:lnSpc>
        <a:spcBef>
          <a:spcPct val="0"/>
        </a:spcBef>
        <a:buNone/>
        <a:defRPr sz="4800" kern="1200" cap="all" spc="300"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microsoft.com/office/2007/relationships/hdphoto" Target="../media/hdphoto2.wdp"/></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microsoft.com/office/2007/relationships/hdphoto" Target="../media/hdphoto3.wdp"/></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microsoft.com/office/2007/relationships/hdphoto" Target="../media/hdphoto4.wdp"/></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microsoft.com/office/2007/relationships/hdphoto" Target="../media/hdphoto4.wdp"/></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microsoft.com/office/2007/relationships/hdphoto" Target="../media/hdphoto2.wdp"/></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hyperlink" Target="https://vi.wikipedia.org/wiki/William_Rowan_Hamilton" TargetMode="External"/><Relationship Id="rId5" Type="http://schemas.openxmlformats.org/officeDocument/2006/relationships/hyperlink" Target="https://vi.wikipedia.org/w/index.php?title=Kh%E1%BB%91i_th%E1%BA%ADp_nh%E1%BB%8B_di%E1%BB%87n_%C4%91%E1%BB%81u&amp;action=edit&amp;redlink=1" TargetMode="External"/><Relationship Id="rId4" Type="http://schemas.microsoft.com/office/2007/relationships/hdphoto" Target="../media/hdphoto3.wdp"/></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hyperlink" Target="https://vi.wikipedia.org/wiki/%C4%90%E1%BB%91i_x%E1%BB%A9ng" TargetMode="External"/><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hyperlink" Target="https://vi.wikipedia.org/wiki/B%C3%A0i_to%C3%A1n_m%C3%A3_%C4%91i_tu%E1%BA%A7n" TargetMode="External"/><Relationship Id="rId7" Type="http://schemas.openxmlformats.org/officeDocument/2006/relationships/image" Target="../media/image11.gif"/><Relationship Id="rId2" Type="http://schemas.openxmlformats.org/officeDocument/2006/relationships/notesSlide" Target="../notesSlides/notesSlide19.xml"/><Relationship Id="rId1" Type="http://schemas.openxmlformats.org/officeDocument/2006/relationships/slideLayout" Target="../slideLayouts/slideLayout10.xml"/><Relationship Id="rId6" Type="http://schemas.openxmlformats.org/officeDocument/2006/relationships/hyperlink" Target="https://vi.wikipedia.org/w/index.php?title=Chu_tr%C3%ACnh_Hamiltonian&amp;action=edit&amp;redlink=1" TargetMode="External"/><Relationship Id="rId5" Type="http://schemas.openxmlformats.org/officeDocument/2006/relationships/hyperlink" Target="https://vi.wikipedia.org/wiki/NP-%C4%91%E1%BA%A7y_%C4%91%E1%BB%A7" TargetMode="External"/><Relationship Id="rId4" Type="http://schemas.openxmlformats.org/officeDocument/2006/relationships/hyperlink" Target="https://vi.wikipedia.org/wiki/L%C3%BD_thuy%E1%BA%BFt_%C4%91%E1%BB%93_th%E1%BB%8B" TargetMode="Externa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7" descr="abstract image">
            <a:extLst>
              <a:ext uri="{FF2B5EF4-FFF2-40B4-BE49-F238E27FC236}">
                <a16:creationId xmlns:a16="http://schemas.microsoft.com/office/drawing/2014/main" id="{782ED2F6-AFB3-9199-3999-2B5E4BAF2423}"/>
              </a:ext>
            </a:extLst>
          </p:cNvPr>
          <p:cNvPicPr>
            <a:picLocks noGrp="1" noChangeAspect="1"/>
          </p:cNvPicPr>
          <p:nvPr>
            <p:ph type="pic" sz="quarter" idx="10"/>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a:stretch/>
        </p:blipFill>
        <p:spPr>
          <a:xfrm>
            <a:off x="0" y="0"/>
            <a:ext cx="12192000" cy="6858000"/>
          </a:xfrm>
        </p:spPr>
      </p:pic>
      <p:sp>
        <p:nvSpPr>
          <p:cNvPr id="6" name="Title 5">
            <a:extLst>
              <a:ext uri="{FF2B5EF4-FFF2-40B4-BE49-F238E27FC236}">
                <a16:creationId xmlns:a16="http://schemas.microsoft.com/office/drawing/2014/main" id="{F20A922B-22EC-7FD8-FA8C-2FFAC558BD66}"/>
              </a:ext>
            </a:extLst>
          </p:cNvPr>
          <p:cNvSpPr>
            <a:spLocks noGrp="1"/>
          </p:cNvSpPr>
          <p:nvPr>
            <p:ph type="ctrTitle"/>
          </p:nvPr>
        </p:nvSpPr>
        <p:spPr>
          <a:xfrm>
            <a:off x="1524000" y="2286000"/>
            <a:ext cx="9144000" cy="2286000"/>
          </a:xfrm>
        </p:spPr>
        <p:txBody>
          <a:bodyPr/>
          <a:lstStyle/>
          <a:p>
            <a:r>
              <a:rPr lang="en-US" dirty="0"/>
              <a:t>Nguyên </a:t>
            </a:r>
            <a:r>
              <a:rPr lang="en-US" dirty="0" err="1"/>
              <a:t>lý</a:t>
            </a:r>
            <a:r>
              <a:rPr lang="en-US" dirty="0"/>
              <a:t> Dirichlet </a:t>
            </a:r>
            <a:r>
              <a:rPr lang="en-US" dirty="0" err="1"/>
              <a:t>và</a:t>
            </a:r>
            <a:r>
              <a:rPr lang="en-US" dirty="0"/>
              <a:t> </a:t>
            </a:r>
            <a:r>
              <a:rPr lang="en-US" dirty="0" err="1"/>
              <a:t>xử</a:t>
            </a:r>
            <a:r>
              <a:rPr lang="en-US" dirty="0"/>
              <a:t> </a:t>
            </a:r>
            <a:r>
              <a:rPr lang="en-US" dirty="0" err="1"/>
              <a:t>lý</a:t>
            </a:r>
            <a:r>
              <a:rPr lang="en-US" dirty="0"/>
              <a:t> </a:t>
            </a:r>
            <a:r>
              <a:rPr lang="en-US" dirty="0" err="1"/>
              <a:t>xung</a:t>
            </a:r>
            <a:r>
              <a:rPr lang="en-US" dirty="0"/>
              <a:t> </a:t>
            </a:r>
            <a:r>
              <a:rPr lang="en-US" dirty="0" err="1"/>
              <a:t>đột</a:t>
            </a:r>
            <a:r>
              <a:rPr lang="en-US" dirty="0"/>
              <a:t> </a:t>
            </a:r>
            <a:r>
              <a:rPr lang="en-US" dirty="0" err="1"/>
              <a:t>trong</a:t>
            </a:r>
            <a:r>
              <a:rPr lang="en-US" dirty="0"/>
              <a:t> </a:t>
            </a:r>
            <a:r>
              <a:rPr lang="en-US" dirty="0" err="1"/>
              <a:t>bảng</a:t>
            </a:r>
            <a:r>
              <a:rPr lang="en-US" dirty="0"/>
              <a:t> </a:t>
            </a:r>
            <a:r>
              <a:rPr lang="en-US" dirty="0" err="1"/>
              <a:t>băm</a:t>
            </a:r>
            <a:br>
              <a:rPr lang="en-US" dirty="0"/>
            </a:br>
            <a:br>
              <a:rPr lang="en-US" dirty="0"/>
            </a:br>
            <a:r>
              <a:rPr lang="en-US" dirty="0" err="1"/>
              <a:t>Đồ</a:t>
            </a:r>
            <a:r>
              <a:rPr lang="en-US" dirty="0"/>
              <a:t> </a:t>
            </a:r>
            <a:r>
              <a:rPr lang="en-US" dirty="0" err="1"/>
              <a:t>thị</a:t>
            </a:r>
            <a:r>
              <a:rPr lang="en-US" dirty="0"/>
              <a:t> Hamilton </a:t>
            </a:r>
            <a:r>
              <a:rPr lang="en-US" dirty="0" err="1"/>
              <a:t>và</a:t>
            </a:r>
            <a:r>
              <a:rPr lang="en-US" dirty="0"/>
              <a:t> </a:t>
            </a:r>
            <a:r>
              <a:rPr lang="en-US" dirty="0" err="1"/>
              <a:t>ứng</a:t>
            </a:r>
            <a:r>
              <a:rPr lang="en-US" dirty="0"/>
              <a:t> </a:t>
            </a:r>
            <a:r>
              <a:rPr lang="en-US" dirty="0" err="1"/>
              <a:t>dụng</a:t>
            </a:r>
            <a:r>
              <a:rPr lang="en-US" dirty="0"/>
              <a:t> </a:t>
            </a:r>
            <a:r>
              <a:rPr lang="en-US" dirty="0" err="1"/>
              <a:t>bài</a:t>
            </a:r>
            <a:r>
              <a:rPr lang="en-US" dirty="0"/>
              <a:t> </a:t>
            </a:r>
            <a:r>
              <a:rPr lang="en-US" dirty="0" err="1"/>
              <a:t>toán</a:t>
            </a:r>
            <a:r>
              <a:rPr lang="en-US" dirty="0"/>
              <a:t> </a:t>
            </a:r>
            <a:r>
              <a:rPr lang="en-US" dirty="0" err="1"/>
              <a:t>mã</a:t>
            </a:r>
            <a:r>
              <a:rPr lang="en-US" dirty="0"/>
              <a:t> </a:t>
            </a:r>
            <a:r>
              <a:rPr lang="en-US" dirty="0" err="1"/>
              <a:t>đi</a:t>
            </a:r>
            <a:r>
              <a:rPr lang="en-US" dirty="0"/>
              <a:t> </a:t>
            </a:r>
            <a:r>
              <a:rPr lang="en-US" dirty="0" err="1"/>
              <a:t>tuần</a:t>
            </a:r>
            <a:endParaRPr lang="en-US" dirty="0"/>
          </a:p>
        </p:txBody>
      </p:sp>
    </p:spTree>
    <p:extLst>
      <p:ext uri="{BB962C8B-B14F-4D97-AF65-F5344CB8AC3E}">
        <p14:creationId xmlns:p14="http://schemas.microsoft.com/office/powerpoint/2010/main" val="6392647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75C36-617B-795C-5A2B-325EA34F16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1AD706-11EF-C258-EBD5-C4EEFEAACF16}"/>
              </a:ext>
            </a:extLst>
          </p:cNvPr>
          <p:cNvSpPr>
            <a:spLocks noGrp="1"/>
          </p:cNvSpPr>
          <p:nvPr>
            <p:ph type="title"/>
          </p:nvPr>
        </p:nvSpPr>
        <p:spPr>
          <a:xfrm>
            <a:off x="6562816" y="457200"/>
            <a:ext cx="4837176" cy="1993392"/>
          </a:xfrm>
          <a:noFill/>
        </p:spPr>
        <p:txBody>
          <a:bodyPr anchor="b">
            <a:noAutofit/>
          </a:bodyPr>
          <a:lstStyle/>
          <a:p>
            <a:r>
              <a:rPr lang="en-US" dirty="0"/>
              <a:t>Lý do </a:t>
            </a:r>
            <a:r>
              <a:rPr lang="en-US" dirty="0" err="1"/>
              <a:t>chọn</a:t>
            </a:r>
            <a:r>
              <a:rPr lang="en-US" dirty="0"/>
              <a:t> </a:t>
            </a:r>
            <a:r>
              <a:rPr lang="en-US" dirty="0" err="1"/>
              <a:t>đề</a:t>
            </a:r>
            <a:r>
              <a:rPr lang="en-US" dirty="0"/>
              <a:t> </a:t>
            </a:r>
            <a:r>
              <a:rPr lang="en-US" dirty="0" err="1"/>
              <a:t>tài</a:t>
            </a:r>
            <a:endParaRPr lang="en-US" dirty="0"/>
          </a:p>
        </p:txBody>
      </p:sp>
      <p:pic>
        <p:nvPicPr>
          <p:cNvPr id="15" name="Picture Placeholder 14" descr="A group of people sitting around a table">
            <a:extLst>
              <a:ext uri="{FF2B5EF4-FFF2-40B4-BE49-F238E27FC236}">
                <a16:creationId xmlns:a16="http://schemas.microsoft.com/office/drawing/2014/main" id="{E4DF753A-3575-A0D9-5135-8A94308DC038}"/>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l="2" r="2"/>
          <a:stretch/>
        </p:blipFill>
        <p:spPr>
          <a:xfrm>
            <a:off x="-28882" y="0"/>
            <a:ext cx="6115050" cy="6858000"/>
          </a:xfrm>
        </p:spPr>
      </p:pic>
      <p:sp>
        <p:nvSpPr>
          <p:cNvPr id="3" name="Content Placeholder 2">
            <a:extLst>
              <a:ext uri="{FF2B5EF4-FFF2-40B4-BE49-F238E27FC236}">
                <a16:creationId xmlns:a16="http://schemas.microsoft.com/office/drawing/2014/main" id="{992EC4A8-49EE-CF82-CFDC-BA9308ED0D65}"/>
              </a:ext>
            </a:extLst>
          </p:cNvPr>
          <p:cNvSpPr>
            <a:spLocks noGrp="1"/>
          </p:cNvSpPr>
          <p:nvPr>
            <p:ph idx="1"/>
          </p:nvPr>
        </p:nvSpPr>
        <p:spPr>
          <a:xfrm>
            <a:off x="6562818" y="2752344"/>
            <a:ext cx="4837174" cy="3136392"/>
          </a:xfrm>
          <a:noFill/>
        </p:spPr>
        <p:txBody>
          <a:bodyPr anchor="t">
            <a:normAutofit/>
          </a:bodyPr>
          <a:lstStyle/>
          <a:p>
            <a:r>
              <a:rPr lang="en-US" dirty="0" err="1"/>
              <a:t>Đề</a:t>
            </a:r>
            <a:r>
              <a:rPr lang="en-US" dirty="0"/>
              <a:t> </a:t>
            </a:r>
            <a:r>
              <a:rPr lang="en-US" dirty="0" err="1"/>
              <a:t>tài</a:t>
            </a:r>
            <a:r>
              <a:rPr lang="en-US" dirty="0"/>
              <a:t> </a:t>
            </a:r>
            <a:r>
              <a:rPr lang="vi-VN" dirty="0"/>
              <a:t>kết hợp giữa nền tảng lý thuyết toán học và ứng dụng thực tiễn trong tin học</a:t>
            </a:r>
            <a:r>
              <a:rPr lang="en-US" dirty="0"/>
              <a:t>.</a:t>
            </a:r>
          </a:p>
          <a:p>
            <a:r>
              <a:rPr lang="vi-VN" dirty="0"/>
              <a:t>đảm bảo tính khoa học, vừa dễ triển khai minh họa, phù hợp để làm phương pháp nghiên cứu và báo cáo.</a:t>
            </a:r>
            <a:endParaRPr lang="en-US" dirty="0"/>
          </a:p>
        </p:txBody>
      </p:sp>
    </p:spTree>
    <p:extLst>
      <p:ext uri="{BB962C8B-B14F-4D97-AF65-F5344CB8AC3E}">
        <p14:creationId xmlns:p14="http://schemas.microsoft.com/office/powerpoint/2010/main" val="16720179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7" descr="close up of computer code">
            <a:extLst>
              <a:ext uri="{FF2B5EF4-FFF2-40B4-BE49-F238E27FC236}">
                <a16:creationId xmlns:a16="http://schemas.microsoft.com/office/drawing/2014/main" id="{94D43AA7-0244-2FEB-86AC-B5DECE0232D8}"/>
              </a:ext>
            </a:extLst>
          </p:cNvPr>
          <p:cNvPicPr>
            <a:picLocks noGrp="1" noChangeAspect="1"/>
          </p:cNvPicPr>
          <p:nvPr>
            <p:ph type="pic" sz="quarter" idx="10"/>
          </p:nvPr>
        </p:nvPicPr>
        <p:blipFill rotWithShape="1">
          <a:blip r:embed="rId3">
            <a:alphaModFix amt="40000"/>
            <a:extLst>
              <a:ext uri="{BEBA8EAE-BF5A-486C-A8C5-ECC9F3942E4B}">
                <a14:imgProps xmlns:a14="http://schemas.microsoft.com/office/drawing/2010/main">
                  <a14:imgLayer r:embed="rId4">
                    <a14:imgEffect>
                      <a14:saturation sat="0"/>
                    </a14:imgEffect>
                  </a14:imgLayer>
                </a14:imgProps>
              </a:ext>
            </a:extLst>
          </a:blip>
          <a:srcRect t="7813" b="7813"/>
          <a:stretch/>
        </p:blipFill>
        <p:spPr>
          <a:xfrm>
            <a:off x="0" y="0"/>
            <a:ext cx="12192000" cy="6858000"/>
          </a:xfrm>
        </p:spPr>
      </p:pic>
      <p:sp>
        <p:nvSpPr>
          <p:cNvPr id="3" name="Title 2">
            <a:extLst>
              <a:ext uri="{FF2B5EF4-FFF2-40B4-BE49-F238E27FC236}">
                <a16:creationId xmlns:a16="http://schemas.microsoft.com/office/drawing/2014/main" id="{B2F3FA79-DE26-1F2A-0CF7-5671B73C8B6F}"/>
              </a:ext>
            </a:extLst>
          </p:cNvPr>
          <p:cNvSpPr>
            <a:spLocks noGrp="1"/>
          </p:cNvSpPr>
          <p:nvPr>
            <p:ph type="ctrTitle"/>
          </p:nvPr>
        </p:nvSpPr>
        <p:spPr>
          <a:xfrm>
            <a:off x="1524000" y="2286000"/>
            <a:ext cx="9144000" cy="2286000"/>
          </a:xfrm>
        </p:spPr>
        <p:txBody>
          <a:bodyPr/>
          <a:lstStyle/>
          <a:p>
            <a:r>
              <a:rPr lang="en-US" dirty="0"/>
              <a:t>Nguyên </a:t>
            </a:r>
            <a:r>
              <a:rPr lang="en-US" dirty="0" err="1"/>
              <a:t>lý</a:t>
            </a:r>
            <a:r>
              <a:rPr lang="en-US" dirty="0"/>
              <a:t> Dirichlet </a:t>
            </a:r>
            <a:r>
              <a:rPr lang="en-US" dirty="0" err="1"/>
              <a:t>và</a:t>
            </a:r>
            <a:r>
              <a:rPr lang="en-US" dirty="0"/>
              <a:t> </a:t>
            </a:r>
            <a:r>
              <a:rPr lang="en-US" dirty="0" err="1"/>
              <a:t>xử</a:t>
            </a:r>
            <a:r>
              <a:rPr lang="en-US" dirty="0"/>
              <a:t> </a:t>
            </a:r>
            <a:r>
              <a:rPr lang="en-US" dirty="0" err="1"/>
              <a:t>lý</a:t>
            </a:r>
            <a:r>
              <a:rPr lang="en-US" dirty="0"/>
              <a:t> </a:t>
            </a:r>
            <a:r>
              <a:rPr lang="en-US" dirty="0" err="1"/>
              <a:t>xung</a:t>
            </a:r>
            <a:r>
              <a:rPr lang="en-US" dirty="0"/>
              <a:t> </a:t>
            </a:r>
            <a:r>
              <a:rPr lang="en-US" dirty="0" err="1"/>
              <a:t>đột</a:t>
            </a:r>
            <a:r>
              <a:rPr lang="en-US" dirty="0"/>
              <a:t> </a:t>
            </a:r>
            <a:r>
              <a:rPr lang="en-US" dirty="0" err="1"/>
              <a:t>trong</a:t>
            </a:r>
            <a:r>
              <a:rPr lang="en-US" dirty="0"/>
              <a:t> </a:t>
            </a:r>
            <a:r>
              <a:rPr lang="en-US" dirty="0" err="1"/>
              <a:t>bảng</a:t>
            </a:r>
            <a:r>
              <a:rPr lang="en-US" dirty="0"/>
              <a:t> </a:t>
            </a:r>
            <a:r>
              <a:rPr lang="en-US" dirty="0" err="1"/>
              <a:t>băm</a:t>
            </a:r>
            <a:endParaRPr lang="en-US" dirty="0"/>
          </a:p>
        </p:txBody>
      </p:sp>
    </p:spTree>
    <p:extLst>
      <p:ext uri="{BB962C8B-B14F-4D97-AF65-F5344CB8AC3E}">
        <p14:creationId xmlns:p14="http://schemas.microsoft.com/office/powerpoint/2010/main" val="4678692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ABE40-AA00-F366-A36A-B3F1AADBF025}"/>
              </a:ext>
            </a:extLst>
          </p:cNvPr>
          <p:cNvSpPr>
            <a:spLocks noGrp="1"/>
          </p:cNvSpPr>
          <p:nvPr>
            <p:ph type="ctrTitle"/>
          </p:nvPr>
        </p:nvSpPr>
        <p:spPr>
          <a:xfrm>
            <a:off x="1117600" y="762000"/>
            <a:ext cx="5066250" cy="2900680"/>
          </a:xfrm>
          <a:noFill/>
        </p:spPr>
        <p:txBody>
          <a:bodyPr>
            <a:noAutofit/>
          </a:bodyPr>
          <a:lstStyle/>
          <a:p>
            <a:r>
              <a:rPr lang="en-US" b="1" dirty="0" err="1"/>
              <a:t>Giới</a:t>
            </a:r>
            <a:r>
              <a:rPr lang="en-US" b="1" dirty="0"/>
              <a:t> </a:t>
            </a:r>
            <a:r>
              <a:rPr lang="en-US" b="1" dirty="0" err="1"/>
              <a:t>Thiệu</a:t>
            </a:r>
            <a:r>
              <a:rPr lang="en-US" b="1" dirty="0"/>
              <a:t> </a:t>
            </a:r>
            <a:r>
              <a:rPr lang="en-US" b="1" dirty="0" err="1"/>
              <a:t>Về</a:t>
            </a:r>
            <a:r>
              <a:rPr lang="en-US" b="1" dirty="0"/>
              <a:t> Nguyên Lý Dirichlet</a:t>
            </a:r>
          </a:p>
        </p:txBody>
      </p:sp>
      <p:pic>
        <p:nvPicPr>
          <p:cNvPr id="91" name="Picture Placeholder 90" descr="A person sitting at a table with her fingers up">
            <a:extLst>
              <a:ext uri="{FF2B5EF4-FFF2-40B4-BE49-F238E27FC236}">
                <a16:creationId xmlns:a16="http://schemas.microsoft.com/office/drawing/2014/main" id="{BC622EA4-CCB7-907A-0126-D0A68A5DC780}"/>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l="451" r="451"/>
          <a:stretch/>
        </p:blipFill>
        <p:spPr>
          <a:xfrm flipH="1">
            <a:off x="6086167" y="-22225"/>
            <a:ext cx="6080760" cy="6902450"/>
          </a:xfrm>
        </p:spPr>
      </p:pic>
      <p:sp>
        <p:nvSpPr>
          <p:cNvPr id="4" name="Tiêu đề phụ 3">
            <a:extLst>
              <a:ext uri="{FF2B5EF4-FFF2-40B4-BE49-F238E27FC236}">
                <a16:creationId xmlns:a16="http://schemas.microsoft.com/office/drawing/2014/main" id="{50D2E160-71CC-282F-3D01-230C48271CFA}"/>
              </a:ext>
            </a:extLst>
          </p:cNvPr>
          <p:cNvSpPr>
            <a:spLocks noGrp="1"/>
          </p:cNvSpPr>
          <p:nvPr>
            <p:ph type="subTitle" idx="1"/>
          </p:nvPr>
        </p:nvSpPr>
        <p:spPr/>
        <p:txBody>
          <a:bodyPr>
            <a:normAutofit/>
          </a:bodyPr>
          <a:lstStyle/>
          <a:p>
            <a:r>
              <a:rPr lang="en-US" dirty="0" err="1"/>
              <a:t>nguyên</a:t>
            </a:r>
            <a:r>
              <a:rPr lang="en-US" dirty="0"/>
              <a:t> </a:t>
            </a:r>
            <a:r>
              <a:rPr lang="en-US" dirty="0" err="1"/>
              <a:t>lý</a:t>
            </a:r>
            <a:r>
              <a:rPr lang="en-US" dirty="0"/>
              <a:t> </a:t>
            </a:r>
            <a:r>
              <a:rPr lang="en-US" dirty="0" err="1"/>
              <a:t>cái</a:t>
            </a:r>
            <a:r>
              <a:rPr lang="en-US" dirty="0"/>
              <a:t> </a:t>
            </a:r>
            <a:r>
              <a:rPr lang="en-US" dirty="0" err="1"/>
              <a:t>hộp</a:t>
            </a:r>
            <a:endParaRPr lang="en-US" dirty="0"/>
          </a:p>
        </p:txBody>
      </p:sp>
    </p:spTree>
    <p:extLst>
      <p:ext uri="{BB962C8B-B14F-4D97-AF65-F5344CB8AC3E}">
        <p14:creationId xmlns:p14="http://schemas.microsoft.com/office/powerpoint/2010/main" val="39304385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5242425" y="466344"/>
            <a:ext cx="6241651" cy="1710354"/>
          </a:xfrm>
          <a:noFill/>
        </p:spPr>
        <p:txBody>
          <a:bodyPr anchor="ctr"/>
          <a:lstStyle/>
          <a:p>
            <a:r>
              <a:rPr lang="en-US" sz="2800" dirty="0"/>
              <a:t>Định </a:t>
            </a:r>
            <a:r>
              <a:rPr lang="en-US" sz="2800" dirty="0" err="1"/>
              <a:t>nghĩa</a:t>
            </a:r>
            <a:r>
              <a:rPr lang="en-US" sz="2800" dirty="0"/>
              <a:t> </a:t>
            </a:r>
            <a:r>
              <a:rPr lang="en-US" sz="2800" dirty="0" err="1"/>
              <a:t>nguyên</a:t>
            </a:r>
            <a:r>
              <a:rPr lang="en-US" sz="2800" dirty="0"/>
              <a:t> </a:t>
            </a:r>
            <a:r>
              <a:rPr lang="en-US" sz="2800" dirty="0" err="1"/>
              <a:t>lý</a:t>
            </a:r>
            <a:r>
              <a:rPr lang="en-US" sz="2800" dirty="0"/>
              <a:t> Dirichlet (</a:t>
            </a:r>
            <a:r>
              <a:rPr lang="en-US" sz="2800" dirty="0" err="1"/>
              <a:t>nguyên</a:t>
            </a:r>
            <a:r>
              <a:rPr lang="en-US" sz="2800" dirty="0"/>
              <a:t> </a:t>
            </a:r>
            <a:r>
              <a:rPr lang="en-US" sz="2800" dirty="0" err="1"/>
              <a:t>lý</a:t>
            </a:r>
            <a:r>
              <a:rPr lang="en-US" sz="2800" dirty="0"/>
              <a:t> </a:t>
            </a:r>
            <a:r>
              <a:rPr lang="en-US" sz="2800" dirty="0" err="1"/>
              <a:t>cái</a:t>
            </a:r>
            <a:r>
              <a:rPr lang="en-US" sz="2800" dirty="0"/>
              <a:t> </a:t>
            </a:r>
            <a:r>
              <a:rPr lang="en-US" sz="2800" dirty="0" err="1"/>
              <a:t>hộp</a:t>
            </a:r>
            <a:r>
              <a:rPr lang="en-US" sz="2800" dirty="0"/>
              <a:t>).</a:t>
            </a:r>
          </a:p>
        </p:txBody>
      </p:sp>
      <p:pic>
        <p:nvPicPr>
          <p:cNvPr id="20" name="Picture Placeholder 7" descr="A person talking to another person">
            <a:extLst>
              <a:ext uri="{FF2B5EF4-FFF2-40B4-BE49-F238E27FC236}">
                <a16:creationId xmlns:a16="http://schemas.microsoft.com/office/drawing/2014/main" id="{59669B42-CC26-1A2A-1FE7-526E425D0191}"/>
              </a:ext>
            </a:extLst>
          </p:cNvPr>
          <p:cNvPicPr>
            <a:picLocks noGrp="1" noChangeAspect="1"/>
          </p:cNvPicPr>
          <p:nvPr>
            <p:ph type="pic" sz="quarter" idx="10"/>
          </p:nvPr>
        </p:nvPicPr>
        <p:blipFill rotWithShape="1">
          <a:blip r:embed="rId3" cstate="print">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rcRect l="10437" r="10437"/>
          <a:stretch/>
        </p:blipFill>
        <p:spPr>
          <a:xfrm>
            <a:off x="0" y="0"/>
            <a:ext cx="4287838" cy="6858000"/>
          </a:xfrm>
        </p:spPr>
      </p:pic>
      <p:sp>
        <p:nvSpPr>
          <p:cNvPr id="3" name="Content Placeholder 2">
            <a:extLst>
              <a:ext uri="{FF2B5EF4-FFF2-40B4-BE49-F238E27FC236}">
                <a16:creationId xmlns:a16="http://schemas.microsoft.com/office/drawing/2014/main" id="{A6A33159-D030-2F82-A142-F75940728319}"/>
              </a:ext>
            </a:extLst>
          </p:cNvPr>
          <p:cNvSpPr>
            <a:spLocks noGrp="1"/>
          </p:cNvSpPr>
          <p:nvPr>
            <p:ph idx="1"/>
          </p:nvPr>
        </p:nvSpPr>
        <p:spPr>
          <a:xfrm>
            <a:off x="5242426" y="2286000"/>
            <a:ext cx="6241650" cy="3474720"/>
          </a:xfrm>
          <a:noFill/>
        </p:spPr>
        <p:txBody>
          <a:bodyPr vert="horz" lIns="91440" tIns="45720" rIns="91440" bIns="45720" rtlCol="0" anchor="t">
            <a:normAutofit/>
          </a:bodyPr>
          <a:lstStyle/>
          <a:p>
            <a:r>
              <a:rPr lang="vi-VN" dirty="0"/>
              <a:t>Được đặt theo tên của nhà toán học </a:t>
            </a:r>
            <a:r>
              <a:rPr lang="vi-VN" dirty="0" err="1"/>
              <a:t>Johann</a:t>
            </a:r>
            <a:r>
              <a:rPr lang="vi-VN" dirty="0"/>
              <a:t> </a:t>
            </a:r>
            <a:r>
              <a:rPr lang="vi-VN" dirty="0" err="1"/>
              <a:t>Peter</a:t>
            </a:r>
            <a:r>
              <a:rPr lang="vi-VN" dirty="0"/>
              <a:t> </a:t>
            </a:r>
            <a:r>
              <a:rPr lang="vi-VN" dirty="0" err="1"/>
              <a:t>Gustav</a:t>
            </a:r>
            <a:r>
              <a:rPr lang="vi-VN" dirty="0"/>
              <a:t> </a:t>
            </a:r>
            <a:r>
              <a:rPr lang="vi-VN" dirty="0" err="1"/>
              <a:t>Lejeune</a:t>
            </a:r>
            <a:r>
              <a:rPr lang="vi-VN" dirty="0"/>
              <a:t> </a:t>
            </a:r>
            <a:r>
              <a:rPr lang="vi-VN" dirty="0" err="1"/>
              <a:t>Dirichlet</a:t>
            </a:r>
            <a:r>
              <a:rPr lang="vi-VN" dirty="0"/>
              <a:t>, nguyên lý này giúp giải quyết một số vấn đề cơ bản trong các lĩnh vực này. </a:t>
            </a:r>
            <a:endParaRPr lang="en-US" dirty="0"/>
          </a:p>
          <a:p>
            <a:r>
              <a:rPr lang="en-US" dirty="0" err="1"/>
              <a:t>Phát</a:t>
            </a:r>
            <a:r>
              <a:rPr lang="en-US" dirty="0"/>
              <a:t> </a:t>
            </a:r>
            <a:r>
              <a:rPr lang="en-US" dirty="0" err="1"/>
              <a:t>biểu</a:t>
            </a:r>
            <a:r>
              <a:rPr lang="en-US" dirty="0"/>
              <a:t>: </a:t>
            </a:r>
            <a:r>
              <a:rPr lang="en-US" dirty="0" err="1"/>
              <a:t>Nếu</a:t>
            </a:r>
            <a:r>
              <a:rPr lang="en-US" dirty="0"/>
              <a:t> </a:t>
            </a:r>
            <a:r>
              <a:rPr lang="en-US" dirty="0" err="1"/>
              <a:t>có</a:t>
            </a:r>
            <a:r>
              <a:rPr lang="en-US" dirty="0"/>
              <a:t> </a:t>
            </a:r>
            <a:r>
              <a:rPr lang="en-US" dirty="0" err="1"/>
              <a:t>nhiều</a:t>
            </a:r>
            <a:r>
              <a:rPr lang="en-US" dirty="0"/>
              <a:t> </a:t>
            </a:r>
            <a:r>
              <a:rPr lang="en-US" dirty="0" err="1"/>
              <a:t>đối</a:t>
            </a:r>
            <a:r>
              <a:rPr lang="en-US" dirty="0"/>
              <a:t> </a:t>
            </a:r>
            <a:r>
              <a:rPr lang="en-US" dirty="0" err="1"/>
              <a:t>tượng</a:t>
            </a:r>
            <a:r>
              <a:rPr lang="en-US" dirty="0"/>
              <a:t> </a:t>
            </a:r>
            <a:r>
              <a:rPr lang="en-US" dirty="0" err="1"/>
              <a:t>hơn</a:t>
            </a:r>
            <a:r>
              <a:rPr lang="en-US" dirty="0"/>
              <a:t> </a:t>
            </a:r>
            <a:r>
              <a:rPr lang="en-US" dirty="0" err="1"/>
              <a:t>số</a:t>
            </a:r>
            <a:r>
              <a:rPr lang="en-US" dirty="0"/>
              <a:t> </a:t>
            </a:r>
            <a:r>
              <a:rPr lang="en-US" dirty="0" err="1"/>
              <a:t>ngăn</a:t>
            </a:r>
            <a:r>
              <a:rPr lang="en-US" dirty="0"/>
              <a:t> </a:t>
            </a:r>
            <a:r>
              <a:rPr lang="en-US" dirty="0" err="1"/>
              <a:t>chứa</a:t>
            </a:r>
            <a:r>
              <a:rPr lang="en-US" dirty="0"/>
              <a:t>, </a:t>
            </a:r>
            <a:r>
              <a:rPr lang="en-US" dirty="0" err="1"/>
              <a:t>thì</a:t>
            </a:r>
            <a:r>
              <a:rPr lang="en-US" dirty="0"/>
              <a:t> </a:t>
            </a:r>
            <a:r>
              <a:rPr lang="en-US" dirty="0" err="1"/>
              <a:t>chắc</a:t>
            </a:r>
            <a:r>
              <a:rPr lang="en-US" dirty="0"/>
              <a:t> </a:t>
            </a:r>
            <a:r>
              <a:rPr lang="en-US" dirty="0" err="1"/>
              <a:t>chắn</a:t>
            </a:r>
            <a:r>
              <a:rPr lang="en-US" dirty="0"/>
              <a:t> </a:t>
            </a:r>
            <a:r>
              <a:rPr lang="en-US" dirty="0" err="1"/>
              <a:t>sẽ</a:t>
            </a:r>
            <a:r>
              <a:rPr lang="en-US" dirty="0"/>
              <a:t> </a:t>
            </a:r>
            <a:r>
              <a:rPr lang="en-US" dirty="0" err="1"/>
              <a:t>có</a:t>
            </a:r>
            <a:r>
              <a:rPr lang="en-US" dirty="0"/>
              <a:t> </a:t>
            </a:r>
            <a:r>
              <a:rPr lang="en-US" dirty="0" err="1"/>
              <a:t>ít</a:t>
            </a:r>
            <a:r>
              <a:rPr lang="en-US" dirty="0"/>
              <a:t> </a:t>
            </a:r>
            <a:r>
              <a:rPr lang="en-US" dirty="0" err="1"/>
              <a:t>nhất</a:t>
            </a:r>
            <a:r>
              <a:rPr lang="en-US" dirty="0"/>
              <a:t> </a:t>
            </a:r>
            <a:r>
              <a:rPr lang="en-US" dirty="0" err="1"/>
              <a:t>một</a:t>
            </a:r>
            <a:r>
              <a:rPr lang="en-US" dirty="0"/>
              <a:t> </a:t>
            </a:r>
            <a:r>
              <a:rPr lang="en-US" dirty="0" err="1"/>
              <a:t>ngăn</a:t>
            </a:r>
            <a:r>
              <a:rPr lang="en-US" dirty="0"/>
              <a:t> </a:t>
            </a:r>
            <a:r>
              <a:rPr lang="en-US" dirty="0" err="1"/>
              <a:t>chứa</a:t>
            </a:r>
            <a:r>
              <a:rPr lang="en-US" dirty="0"/>
              <a:t> </a:t>
            </a:r>
            <a:r>
              <a:rPr lang="en-US" dirty="0" err="1"/>
              <a:t>từ</a:t>
            </a:r>
            <a:r>
              <a:rPr lang="en-US" dirty="0"/>
              <a:t> </a:t>
            </a:r>
            <a:r>
              <a:rPr lang="en-US" dirty="0" err="1"/>
              <a:t>hai</a:t>
            </a:r>
            <a:r>
              <a:rPr lang="en-US" dirty="0"/>
              <a:t> </a:t>
            </a:r>
            <a:r>
              <a:rPr lang="en-US" dirty="0" err="1"/>
              <a:t>đối</a:t>
            </a:r>
            <a:r>
              <a:rPr lang="en-US" dirty="0"/>
              <a:t> </a:t>
            </a:r>
            <a:r>
              <a:rPr lang="en-US" dirty="0" err="1"/>
              <a:t>tượng</a:t>
            </a:r>
            <a:r>
              <a:rPr lang="en-US" dirty="0"/>
              <a:t> </a:t>
            </a:r>
            <a:r>
              <a:rPr lang="en-US" dirty="0" err="1"/>
              <a:t>trở</a:t>
            </a:r>
            <a:r>
              <a:rPr lang="en-US" dirty="0"/>
              <a:t> </a:t>
            </a:r>
            <a:r>
              <a:rPr lang="en-US" dirty="0" err="1"/>
              <a:t>lên</a:t>
            </a:r>
            <a:r>
              <a:rPr lang="en-US" dirty="0"/>
              <a:t>.</a:t>
            </a:r>
          </a:p>
          <a:p>
            <a:r>
              <a:rPr lang="en-US" dirty="0" err="1"/>
              <a:t>Ví</a:t>
            </a:r>
            <a:r>
              <a:rPr lang="en-US" dirty="0"/>
              <a:t> </a:t>
            </a:r>
            <a:r>
              <a:rPr lang="en-US" dirty="0" err="1"/>
              <a:t>dụ</a:t>
            </a:r>
            <a:r>
              <a:rPr lang="en-US" dirty="0"/>
              <a:t>: </a:t>
            </a:r>
            <a:r>
              <a:rPr lang="en-US" dirty="0" err="1"/>
              <a:t>Nếu</a:t>
            </a:r>
            <a:r>
              <a:rPr lang="en-US" dirty="0"/>
              <a:t> ta </a:t>
            </a:r>
            <a:r>
              <a:rPr lang="en-US" dirty="0" err="1"/>
              <a:t>có</a:t>
            </a:r>
            <a:r>
              <a:rPr lang="en-US" dirty="0"/>
              <a:t> 13 </a:t>
            </a:r>
            <a:r>
              <a:rPr lang="en-US" dirty="0" err="1"/>
              <a:t>quả</a:t>
            </a:r>
            <a:r>
              <a:rPr lang="en-US" dirty="0"/>
              <a:t> </a:t>
            </a:r>
            <a:r>
              <a:rPr lang="en-US" dirty="0" err="1"/>
              <a:t>bóng</a:t>
            </a:r>
            <a:r>
              <a:rPr lang="en-US" dirty="0"/>
              <a:t> </a:t>
            </a:r>
            <a:r>
              <a:rPr lang="en-US" dirty="0" err="1"/>
              <a:t>đặt</a:t>
            </a:r>
            <a:r>
              <a:rPr lang="en-US" dirty="0"/>
              <a:t> </a:t>
            </a:r>
            <a:r>
              <a:rPr lang="en-US" dirty="0" err="1"/>
              <a:t>vào</a:t>
            </a:r>
            <a:r>
              <a:rPr lang="en-US" dirty="0"/>
              <a:t> 12 </a:t>
            </a:r>
            <a:r>
              <a:rPr lang="en-US" dirty="0" err="1"/>
              <a:t>hộp</a:t>
            </a:r>
            <a:r>
              <a:rPr lang="en-US" dirty="0"/>
              <a:t>, </a:t>
            </a:r>
            <a:r>
              <a:rPr lang="en-US" dirty="0" err="1"/>
              <a:t>thì</a:t>
            </a:r>
            <a:r>
              <a:rPr lang="en-US" dirty="0"/>
              <a:t> </a:t>
            </a:r>
            <a:r>
              <a:rPr lang="en-US" dirty="0" err="1"/>
              <a:t>ít</a:t>
            </a:r>
            <a:r>
              <a:rPr lang="en-US" dirty="0"/>
              <a:t> </a:t>
            </a:r>
            <a:r>
              <a:rPr lang="en-US" dirty="0" err="1"/>
              <a:t>nhất</a:t>
            </a:r>
            <a:r>
              <a:rPr lang="en-US" dirty="0"/>
              <a:t> </a:t>
            </a:r>
            <a:r>
              <a:rPr lang="en-US" dirty="0" err="1"/>
              <a:t>một</a:t>
            </a:r>
            <a:r>
              <a:rPr lang="en-US" dirty="0"/>
              <a:t> </a:t>
            </a:r>
            <a:r>
              <a:rPr lang="en-US" dirty="0" err="1"/>
              <a:t>hộp</a:t>
            </a:r>
            <a:r>
              <a:rPr lang="en-US" dirty="0"/>
              <a:t> </a:t>
            </a:r>
            <a:r>
              <a:rPr lang="en-US" dirty="0" err="1"/>
              <a:t>sẽ</a:t>
            </a:r>
            <a:r>
              <a:rPr lang="en-US" dirty="0"/>
              <a:t> </a:t>
            </a:r>
            <a:r>
              <a:rPr lang="en-US" dirty="0" err="1"/>
              <a:t>chứa</a:t>
            </a:r>
            <a:r>
              <a:rPr lang="en-US" dirty="0"/>
              <a:t> </a:t>
            </a:r>
            <a:r>
              <a:rPr lang="en-US" dirty="0" err="1"/>
              <a:t>từ</a:t>
            </a:r>
            <a:r>
              <a:rPr lang="en-US" dirty="0"/>
              <a:t> 2 </a:t>
            </a:r>
            <a:r>
              <a:rPr lang="en-US" dirty="0" err="1"/>
              <a:t>quả</a:t>
            </a:r>
            <a:r>
              <a:rPr lang="en-US" dirty="0"/>
              <a:t> </a:t>
            </a:r>
            <a:r>
              <a:rPr lang="en-US" dirty="0" err="1"/>
              <a:t>bóng</a:t>
            </a:r>
            <a:r>
              <a:rPr lang="en-US" dirty="0"/>
              <a:t> </a:t>
            </a:r>
            <a:r>
              <a:rPr lang="en-US" dirty="0" err="1"/>
              <a:t>trở</a:t>
            </a:r>
            <a:r>
              <a:rPr lang="en-US" dirty="0"/>
              <a:t> </a:t>
            </a:r>
            <a:r>
              <a:rPr lang="en-US" dirty="0" err="1"/>
              <a:t>lên</a:t>
            </a:r>
            <a:r>
              <a:rPr lang="en-US" dirty="0"/>
              <a:t>.</a:t>
            </a:r>
          </a:p>
        </p:txBody>
      </p:sp>
    </p:spTree>
    <p:extLst>
      <p:ext uri="{BB962C8B-B14F-4D97-AF65-F5344CB8AC3E}">
        <p14:creationId xmlns:p14="http://schemas.microsoft.com/office/powerpoint/2010/main" val="36666746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63CB3-2956-E8D2-C23D-A3BAA7295DEC}"/>
              </a:ext>
            </a:extLst>
          </p:cNvPr>
          <p:cNvSpPr>
            <a:spLocks noGrp="1"/>
          </p:cNvSpPr>
          <p:nvPr>
            <p:ph type="ctrTitle"/>
          </p:nvPr>
        </p:nvSpPr>
        <p:spPr>
          <a:xfrm>
            <a:off x="1524000" y="98323"/>
            <a:ext cx="9144000" cy="810544"/>
          </a:xfrm>
          <a:noFill/>
        </p:spPr>
        <p:txBody>
          <a:bodyPr/>
          <a:lstStyle/>
          <a:p>
            <a:r>
              <a:rPr lang="en-US" dirty="0" err="1"/>
              <a:t>Ứng</a:t>
            </a:r>
            <a:r>
              <a:rPr lang="en-US" dirty="0"/>
              <a:t> </a:t>
            </a:r>
            <a:r>
              <a:rPr lang="en-US" dirty="0" err="1"/>
              <a:t>dụng</a:t>
            </a:r>
            <a:endParaRPr lang="en-US" dirty="0"/>
          </a:p>
        </p:txBody>
      </p:sp>
      <p:sp>
        <p:nvSpPr>
          <p:cNvPr id="12" name="Subtitle 11">
            <a:extLst>
              <a:ext uri="{FF2B5EF4-FFF2-40B4-BE49-F238E27FC236}">
                <a16:creationId xmlns:a16="http://schemas.microsoft.com/office/drawing/2014/main" id="{A336FEA9-C85A-3569-16F0-5ECBABBE0BEC}"/>
              </a:ext>
            </a:extLst>
          </p:cNvPr>
          <p:cNvSpPr>
            <a:spLocks noGrp="1"/>
          </p:cNvSpPr>
          <p:nvPr>
            <p:ph type="subTitle" idx="1"/>
          </p:nvPr>
        </p:nvSpPr>
        <p:spPr>
          <a:xfrm>
            <a:off x="1524000" y="1053203"/>
            <a:ext cx="9144000" cy="683219"/>
          </a:xfrm>
        </p:spPr>
        <p:txBody>
          <a:bodyPr/>
          <a:lstStyle/>
          <a:p>
            <a:r>
              <a:rPr lang="en-US" dirty="0"/>
              <a:t>Nguyên </a:t>
            </a:r>
            <a:r>
              <a:rPr lang="en-US" dirty="0" err="1"/>
              <a:t>lý</a:t>
            </a:r>
            <a:r>
              <a:rPr lang="en-US" dirty="0"/>
              <a:t> Dirichlet</a:t>
            </a:r>
          </a:p>
        </p:txBody>
      </p:sp>
      <p:sp>
        <p:nvSpPr>
          <p:cNvPr id="5" name="Rectangle 1">
            <a:extLst>
              <a:ext uri="{FF2B5EF4-FFF2-40B4-BE49-F238E27FC236}">
                <a16:creationId xmlns:a16="http://schemas.microsoft.com/office/drawing/2014/main" id="{F7400855-09E0-2CEE-EA29-072A66F7FB40}"/>
              </a:ext>
            </a:extLst>
          </p:cNvPr>
          <p:cNvSpPr>
            <a:spLocks noChangeArrowheads="1"/>
          </p:cNvSpPr>
          <p:nvPr/>
        </p:nvSpPr>
        <p:spPr bwMode="auto">
          <a:xfrm>
            <a:off x="1524000" y="2221736"/>
            <a:ext cx="9144000" cy="33303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200000"/>
              </a:lnSpc>
              <a:spcBef>
                <a:spcPct val="0"/>
              </a:spcBef>
              <a:spcAft>
                <a:spcPct val="0"/>
              </a:spcAft>
              <a:buClrTx/>
              <a:buSzTx/>
              <a:tabLst/>
            </a:pPr>
            <a:r>
              <a:rPr kumimoji="0" lang="en-US" altLang="en-US" sz="1800" b="1" i="0" u="none" strike="noStrike" cap="none" normalizeH="0" baseline="0" dirty="0" err="1">
                <a:ln>
                  <a:noFill/>
                </a:ln>
                <a:solidFill>
                  <a:schemeClr val="tx1"/>
                </a:solidFill>
                <a:effectLst/>
                <a:latin typeface="Arial" panose="020B0604020202020204" pitchFamily="34" charset="0"/>
              </a:rPr>
              <a:t>Toán</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học</a:t>
            </a:r>
            <a:r>
              <a:rPr kumimoji="0" lang="en-US" altLang="en-US" sz="1800" b="1" i="0"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Chứng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minh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sự</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tồn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tại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trong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lý</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thuyết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số</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dãy</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số</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nguyên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tố</a:t>
            </a:r>
            <a:r>
              <a:rPr kumimoji="0" lang="en-US" altLang="en-US" sz="1800" b="0" i="0" u="none" strike="noStrike" cap="none" normalizeH="0" baseline="0" dirty="0">
                <a:ln>
                  <a:noFill/>
                </a:ln>
                <a:solidFill>
                  <a:schemeClr val="tx1"/>
                </a:solidFill>
                <a:effectLst/>
                <a:latin typeface="Arial" panose="020B0604020202020204" pitchFamily="34" charset="0"/>
              </a:rPr>
              <a:t>, chia </a:t>
            </a:r>
            <a:r>
              <a:rPr kumimoji="0" lang="en-US" altLang="en-US" sz="1800" b="0" i="0" u="none" strike="noStrike" cap="none" normalizeH="0" baseline="0" dirty="0" err="1">
                <a:ln>
                  <a:noFill/>
                </a:ln>
                <a:solidFill>
                  <a:schemeClr val="tx1"/>
                </a:solidFill>
                <a:effectLst/>
                <a:latin typeface="Arial" panose="020B0604020202020204" pitchFamily="34" charset="0"/>
              </a:rPr>
              <a:t>hết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phân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bố</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số</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dư</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2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Khoa </a:t>
            </a:r>
            <a:r>
              <a:rPr kumimoji="0" lang="en-US" altLang="en-US" sz="1800" b="1" i="0" u="none" strike="noStrike" cap="none" normalizeH="0" baseline="0" dirty="0" err="1">
                <a:ln>
                  <a:noFill/>
                </a:ln>
                <a:solidFill>
                  <a:schemeClr val="tx1"/>
                </a:solidFill>
                <a:effectLst/>
                <a:latin typeface="Arial" panose="020B0604020202020204" pitchFamily="34" charset="0"/>
              </a:rPr>
              <a:t>học</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máy</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tính</a:t>
            </a:r>
            <a:r>
              <a:rPr kumimoji="0" lang="en-US" altLang="en-US" sz="1800" b="1" i="0"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Giải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thích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xung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đột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tất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yếu</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trong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bảng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băm</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cơ</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sở</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cho</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các</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thuật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toán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xử</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lý</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xung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đột</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200000"/>
              </a:lnSpc>
              <a:spcBef>
                <a:spcPct val="0"/>
              </a:spcBef>
              <a:spcAft>
                <a:spcPct val="0"/>
              </a:spcAft>
              <a:buClrTx/>
              <a:buSzTx/>
              <a:tabLst/>
            </a:pPr>
            <a:r>
              <a:rPr kumimoji="0" lang="en-US" altLang="en-US" sz="1800" b="1" i="0" u="none" strike="noStrike" cap="none" normalizeH="0" baseline="0" dirty="0" err="1">
                <a:ln>
                  <a:noFill/>
                </a:ln>
                <a:solidFill>
                  <a:schemeClr val="tx1"/>
                </a:solidFill>
                <a:effectLst/>
                <a:latin typeface="Arial" panose="020B0604020202020204" pitchFamily="34" charset="0"/>
              </a:rPr>
              <a:t>Xác</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suất</a:t>
            </a:r>
            <a:r>
              <a:rPr kumimoji="0" lang="en-US" altLang="en-US" sz="1800" b="1" i="0"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Mô</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hình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hóa</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phân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bố</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sự</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kiện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trong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không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gian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mẫu</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hữu</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hạn</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200000"/>
              </a:lnSpc>
              <a:spcBef>
                <a:spcPct val="0"/>
              </a:spcBef>
              <a:spcAft>
                <a:spcPct val="0"/>
              </a:spcAft>
              <a:buClrTx/>
              <a:buSzTx/>
              <a:tabLst/>
            </a:pPr>
            <a:r>
              <a:rPr kumimoji="0" lang="en-US" altLang="en-US" sz="1800" b="1" i="0" u="none" strike="noStrike" cap="none" normalizeH="0" baseline="0" dirty="0" err="1">
                <a:ln>
                  <a:noFill/>
                </a:ln>
                <a:solidFill>
                  <a:schemeClr val="tx1"/>
                </a:solidFill>
                <a:effectLst/>
                <a:latin typeface="Arial" panose="020B0604020202020204" pitchFamily="34" charset="0"/>
              </a:rPr>
              <a:t>Vật</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lý</a:t>
            </a:r>
            <a:r>
              <a:rPr kumimoji="0" lang="en-US" altLang="en-US" sz="1800" b="1" i="0"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Mô</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tả</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sự</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phân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bố</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hạt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trong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hệ</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kín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ứng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dụng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trong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các</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mô</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hình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toán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học</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16799366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88F0D1-F7B3-CF1C-79AC-12FCB39D67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9AEE3E-A392-9F08-F6C3-245033C03F23}"/>
              </a:ext>
            </a:extLst>
          </p:cNvPr>
          <p:cNvSpPr>
            <a:spLocks noGrp="1"/>
          </p:cNvSpPr>
          <p:nvPr>
            <p:ph type="title"/>
          </p:nvPr>
        </p:nvSpPr>
        <p:spPr>
          <a:xfrm>
            <a:off x="838200" y="518114"/>
            <a:ext cx="10515600" cy="1325880"/>
          </a:xfrm>
          <a:noFill/>
        </p:spPr>
        <p:txBody>
          <a:bodyPr anchor="ctr"/>
          <a:lstStyle/>
          <a:p>
            <a:r>
              <a:rPr lang="en-US" sz="2800" dirty="0" err="1"/>
              <a:t>Ứng</a:t>
            </a:r>
            <a:r>
              <a:rPr lang="en-US" sz="2800" dirty="0"/>
              <a:t> </a:t>
            </a:r>
            <a:r>
              <a:rPr lang="en-US" sz="2800" dirty="0" err="1"/>
              <a:t>dụng</a:t>
            </a:r>
            <a:r>
              <a:rPr lang="en-US" sz="2800" dirty="0"/>
              <a:t> </a:t>
            </a:r>
            <a:r>
              <a:rPr lang="en-US" sz="2800" dirty="0" err="1"/>
              <a:t>nguyên</a:t>
            </a:r>
            <a:r>
              <a:rPr lang="en-US" sz="2800" dirty="0"/>
              <a:t> </a:t>
            </a:r>
            <a:r>
              <a:rPr lang="en-US" sz="2800" dirty="0" err="1"/>
              <a:t>lý</a:t>
            </a:r>
            <a:r>
              <a:rPr lang="en-US" sz="2800" dirty="0"/>
              <a:t> </a:t>
            </a:r>
            <a:r>
              <a:rPr lang="en-US" sz="2800" dirty="0" err="1"/>
              <a:t>trong</a:t>
            </a:r>
            <a:r>
              <a:rPr lang="en-US" sz="2800" dirty="0"/>
              <a:t> tin </a:t>
            </a:r>
            <a:r>
              <a:rPr lang="en-US" sz="2800" dirty="0" err="1"/>
              <a:t>học</a:t>
            </a:r>
            <a:r>
              <a:rPr lang="en-US" sz="2800" dirty="0"/>
              <a:t> (</a:t>
            </a:r>
            <a:r>
              <a:rPr lang="en-US" sz="2800" dirty="0" err="1"/>
              <a:t>bảng</a:t>
            </a:r>
            <a:r>
              <a:rPr lang="en-US" sz="2800" dirty="0"/>
              <a:t> </a:t>
            </a:r>
            <a:r>
              <a:rPr lang="en-US" sz="2800" dirty="0" err="1"/>
              <a:t>băm</a:t>
            </a:r>
            <a:r>
              <a:rPr lang="en-US" sz="2800" dirty="0"/>
              <a:t>)</a:t>
            </a:r>
          </a:p>
        </p:txBody>
      </p:sp>
      <p:sp>
        <p:nvSpPr>
          <p:cNvPr id="5" name="Rectangle 4">
            <a:extLst>
              <a:ext uri="{FF2B5EF4-FFF2-40B4-BE49-F238E27FC236}">
                <a16:creationId xmlns:a16="http://schemas.microsoft.com/office/drawing/2014/main" id="{B2D2AA8A-70B5-40D7-FFF1-C5A9470E48A0}"/>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mc:AlternateContent xmlns:mc="http://schemas.openxmlformats.org/markup-compatibility/2006" xmlns:a14="http://schemas.microsoft.com/office/drawing/2010/main">
        <mc:Choice Requires="a14">
          <p:sp>
            <p:nvSpPr>
              <p:cNvPr id="8" name="Rectangle 3">
                <a:extLst>
                  <a:ext uri="{FF2B5EF4-FFF2-40B4-BE49-F238E27FC236}">
                    <a16:creationId xmlns:a16="http://schemas.microsoft.com/office/drawing/2014/main" id="{00C83C34-5BCE-03DA-782E-0820A7DCEAAE}"/>
                  </a:ext>
                </a:extLst>
              </p:cNvPr>
              <p:cNvSpPr>
                <a:spLocks noGrp="1" noChangeArrowheads="1"/>
              </p:cNvSpPr>
              <p:nvPr>
                <p:ph sz="quarter" idx="13"/>
              </p:nvPr>
            </p:nvSpPr>
            <p:spPr bwMode="auto">
              <a:xfrm>
                <a:off x="838200" y="1667013"/>
                <a:ext cx="10515600" cy="2762808"/>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vi-VN" sz="2000" b="1" dirty="0"/>
                  <a:t>1. Khái niệm bảng băm (</a:t>
                </a:r>
                <a:r>
                  <a:rPr lang="vi-VN" sz="2000" b="1" dirty="0" err="1"/>
                  <a:t>Hash</a:t>
                </a:r>
                <a:r>
                  <a:rPr lang="vi-VN" sz="2000" b="1" dirty="0"/>
                  <a:t> </a:t>
                </a:r>
                <a:r>
                  <a:rPr lang="vi-VN" sz="2000" b="1" dirty="0" err="1"/>
                  <a:t>Table</a:t>
                </a:r>
                <a:r>
                  <a:rPr lang="vi-VN" sz="2000" b="1" dirty="0"/>
                  <a:t>)</a:t>
                </a:r>
              </a:p>
              <a:p>
                <a:r>
                  <a:rPr lang="vi-VN" b="1" dirty="0"/>
                  <a:t>Định nghĩa:</a:t>
                </a:r>
                <a:r>
                  <a:rPr lang="vi-VN" dirty="0"/>
                  <a:t> Bảng băm là một cấu trúc dữ liệu dùng để lưu trữ và truy xuất thông tin nhanh chóng dựa trên </a:t>
                </a:r>
                <a:r>
                  <a:rPr lang="vi-VN" i="1" dirty="0"/>
                  <a:t>hàm băm</a:t>
                </a:r>
                <a:r>
                  <a:rPr lang="vi-VN" dirty="0"/>
                  <a:t>.</a:t>
                </a:r>
              </a:p>
              <a:p>
                <a:r>
                  <a:rPr lang="vi-VN" b="1" dirty="0"/>
                  <a:t>Đặc điểm:</a:t>
                </a:r>
                <a:endParaRPr lang="vi-VN" dirty="0"/>
              </a:p>
              <a:p>
                <a:pPr lvl="1"/>
                <a:r>
                  <a:rPr lang="vi-VN" dirty="0"/>
                  <a:t>Cho phép tìm kiếm, thêm, xóa phần tử với độ phức tạp trung bình </a:t>
                </a:r>
                <a14:m>
                  <m:oMath xmlns:m="http://schemas.openxmlformats.org/officeDocument/2006/math">
                    <m:r>
                      <a:rPr lang="vi-VN" i="1">
                        <a:latin typeface="Cambria Math" panose="02040503050406030204" pitchFamily="18" charset="0"/>
                      </a:rPr>
                      <m:t>𝑂</m:t>
                    </m:r>
                    <m:d>
                      <m:dPr>
                        <m:ctrlPr>
                          <a:rPr lang="ar-AE" i="1">
                            <a:latin typeface="Cambria Math" panose="02040503050406030204" pitchFamily="18" charset="0"/>
                          </a:rPr>
                        </m:ctrlPr>
                      </m:dPr>
                      <m:e>
                        <m:r>
                          <a:rPr lang="ar-AE">
                            <a:latin typeface="Cambria Math" panose="02040503050406030204" pitchFamily="18" charset="0"/>
                          </a:rPr>
                          <m:t>1</m:t>
                        </m:r>
                      </m:e>
                    </m:d>
                  </m:oMath>
                </a14:m>
                <a:r>
                  <a:rPr lang="ar-AE" dirty="0"/>
                  <a:t>.</a:t>
                </a:r>
              </a:p>
              <a:p>
                <a:pPr lvl="1"/>
                <a:r>
                  <a:rPr lang="vi-VN" dirty="0"/>
                  <a:t>Dữ liệu được ánh xạ từ </a:t>
                </a:r>
                <a:r>
                  <a:rPr lang="vi-VN" i="1" dirty="0"/>
                  <a:t>khóa (</a:t>
                </a:r>
                <a:r>
                  <a:rPr lang="vi-VN" i="1" dirty="0" err="1"/>
                  <a:t>key</a:t>
                </a:r>
                <a:r>
                  <a:rPr lang="vi-VN" i="1" dirty="0"/>
                  <a:t>)</a:t>
                </a:r>
                <a:r>
                  <a:rPr lang="vi-VN" dirty="0"/>
                  <a:t> sang </a:t>
                </a:r>
                <a:r>
                  <a:rPr lang="vi-VN" i="1" dirty="0"/>
                  <a:t>chỉ số (</a:t>
                </a:r>
                <a:r>
                  <a:rPr lang="vi-VN" i="1" dirty="0" err="1"/>
                  <a:t>index</a:t>
                </a:r>
                <a:r>
                  <a:rPr lang="vi-VN" i="1" dirty="0"/>
                  <a:t>)</a:t>
                </a:r>
                <a:r>
                  <a:rPr lang="vi-VN" dirty="0"/>
                  <a:t> trong mảng.</a:t>
                </a:r>
              </a:p>
              <a:p>
                <a:r>
                  <a:rPr lang="vi-VN" b="1" dirty="0"/>
                  <a:t>Ứng dụng:</a:t>
                </a:r>
                <a:r>
                  <a:rPr lang="vi-VN" dirty="0"/>
                  <a:t> Quản lý cơ sở dữ liệu, từ điển, </a:t>
                </a:r>
                <a:r>
                  <a:rPr lang="vi-VN" dirty="0" err="1"/>
                  <a:t>cache</a:t>
                </a:r>
                <a:r>
                  <a:rPr lang="vi-VN" dirty="0"/>
                  <a:t>, hệ thống lưu trữ.</a:t>
                </a:r>
              </a:p>
            </p:txBody>
          </p:sp>
        </mc:Choice>
        <mc:Fallback xmlns="">
          <p:sp>
            <p:nvSpPr>
              <p:cNvPr id="8" name="Rectangle 3">
                <a:extLst>
                  <a:ext uri="{FF2B5EF4-FFF2-40B4-BE49-F238E27FC236}">
                    <a16:creationId xmlns:a16="http://schemas.microsoft.com/office/drawing/2014/main" id="{00C83C34-5BCE-03DA-782E-0820A7DCEAAE}"/>
                  </a:ext>
                </a:extLst>
              </p:cNvPr>
              <p:cNvSpPr>
                <a:spLocks noGrp="1" noRot="1" noChangeAspect="1" noMove="1" noResize="1" noEditPoints="1" noAdjustHandles="1" noChangeArrowheads="1" noChangeShapeType="1" noTextEdit="1"/>
              </p:cNvSpPr>
              <p:nvPr>
                <p:ph sz="quarter" idx="13"/>
              </p:nvPr>
            </p:nvSpPr>
            <p:spPr bwMode="auto">
              <a:xfrm>
                <a:off x="838200" y="1667013"/>
                <a:ext cx="10515600" cy="2762808"/>
              </a:xfrm>
              <a:prstGeom prst="rect">
                <a:avLst/>
              </a:prstGeom>
              <a:blipFill>
                <a:blip r:embed="rId3"/>
                <a:stretch>
                  <a:fillRect l="-638" t="-1762" b="-3084"/>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Tree>
    <p:extLst>
      <p:ext uri="{BB962C8B-B14F-4D97-AF65-F5344CB8AC3E}">
        <p14:creationId xmlns:p14="http://schemas.microsoft.com/office/powerpoint/2010/main" val="983376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DA3179-542E-F28C-1CED-F86B9864E5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7EA905-19D1-8585-AD2D-64BB50EEB3D7}"/>
              </a:ext>
            </a:extLst>
          </p:cNvPr>
          <p:cNvSpPr>
            <a:spLocks noGrp="1"/>
          </p:cNvSpPr>
          <p:nvPr>
            <p:ph type="title"/>
          </p:nvPr>
        </p:nvSpPr>
        <p:spPr>
          <a:xfrm>
            <a:off x="838200" y="518114"/>
            <a:ext cx="10515600" cy="1325880"/>
          </a:xfrm>
          <a:noFill/>
        </p:spPr>
        <p:txBody>
          <a:bodyPr anchor="ctr"/>
          <a:lstStyle/>
          <a:p>
            <a:r>
              <a:rPr lang="en-US" sz="2800" dirty="0" err="1"/>
              <a:t>Ứng</a:t>
            </a:r>
            <a:r>
              <a:rPr lang="en-US" sz="2800" dirty="0"/>
              <a:t> </a:t>
            </a:r>
            <a:r>
              <a:rPr lang="en-US" sz="2800" dirty="0" err="1"/>
              <a:t>dụng</a:t>
            </a:r>
            <a:r>
              <a:rPr lang="en-US" sz="2800" dirty="0"/>
              <a:t> </a:t>
            </a:r>
            <a:r>
              <a:rPr lang="en-US" sz="2800" dirty="0" err="1"/>
              <a:t>nguyên</a:t>
            </a:r>
            <a:r>
              <a:rPr lang="en-US" sz="2800" dirty="0"/>
              <a:t> </a:t>
            </a:r>
            <a:r>
              <a:rPr lang="en-US" sz="2800" dirty="0" err="1"/>
              <a:t>lý</a:t>
            </a:r>
            <a:r>
              <a:rPr lang="en-US" sz="2800" dirty="0"/>
              <a:t> </a:t>
            </a:r>
            <a:r>
              <a:rPr lang="en-US" sz="2800" dirty="0" err="1"/>
              <a:t>trong</a:t>
            </a:r>
            <a:r>
              <a:rPr lang="en-US" sz="2800" dirty="0"/>
              <a:t> tin </a:t>
            </a:r>
            <a:r>
              <a:rPr lang="en-US" sz="2800" dirty="0" err="1"/>
              <a:t>học</a:t>
            </a:r>
            <a:r>
              <a:rPr lang="en-US" sz="2800" dirty="0"/>
              <a:t> (</a:t>
            </a:r>
            <a:r>
              <a:rPr lang="en-US" sz="2800" dirty="0" err="1"/>
              <a:t>bảng</a:t>
            </a:r>
            <a:r>
              <a:rPr lang="en-US" sz="2800" dirty="0"/>
              <a:t> </a:t>
            </a:r>
            <a:r>
              <a:rPr lang="en-US" sz="2800" dirty="0" err="1"/>
              <a:t>băm</a:t>
            </a:r>
            <a:r>
              <a:rPr lang="en-US" sz="2800" dirty="0"/>
              <a:t>)</a:t>
            </a:r>
          </a:p>
        </p:txBody>
      </p:sp>
      <p:sp>
        <p:nvSpPr>
          <p:cNvPr id="5" name="Rectangle 4">
            <a:extLst>
              <a:ext uri="{FF2B5EF4-FFF2-40B4-BE49-F238E27FC236}">
                <a16:creationId xmlns:a16="http://schemas.microsoft.com/office/drawing/2014/main" id="{B3661545-F499-701D-E0E8-231DDA8CAD5C}"/>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mc:AlternateContent xmlns:mc="http://schemas.openxmlformats.org/markup-compatibility/2006" xmlns:a14="http://schemas.microsoft.com/office/drawing/2010/main">
        <mc:Choice Requires="a14">
          <p:sp>
            <p:nvSpPr>
              <p:cNvPr id="8" name="Rectangle 3">
                <a:extLst>
                  <a:ext uri="{FF2B5EF4-FFF2-40B4-BE49-F238E27FC236}">
                    <a16:creationId xmlns:a16="http://schemas.microsoft.com/office/drawing/2014/main" id="{5B5CC2E1-6AB1-5F3A-62A1-E28DD2912EC7}"/>
                  </a:ext>
                </a:extLst>
              </p:cNvPr>
              <p:cNvSpPr>
                <a:spLocks noGrp="1" noChangeArrowheads="1"/>
              </p:cNvSpPr>
              <p:nvPr>
                <p:ph sz="quarter" idx="13"/>
              </p:nvPr>
            </p:nvSpPr>
            <p:spPr bwMode="auto">
              <a:xfrm>
                <a:off x="1019908" y="1593256"/>
                <a:ext cx="10515600" cy="395800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vi-VN" sz="2000" b="1" dirty="0"/>
                  <a:t>2. Cách hoạt động của hàm băm (</a:t>
                </a:r>
                <a:r>
                  <a:rPr lang="vi-VN" sz="2000" b="1" dirty="0" err="1"/>
                  <a:t>Hash</a:t>
                </a:r>
                <a:r>
                  <a:rPr lang="vi-VN" sz="2000" b="1" dirty="0"/>
                  <a:t> </a:t>
                </a:r>
                <a:r>
                  <a:rPr lang="vi-VN" sz="2000" b="1" dirty="0" err="1"/>
                  <a:t>Function</a:t>
                </a:r>
                <a:r>
                  <a:rPr lang="vi-VN" sz="2000" b="1" dirty="0"/>
                  <a:t>)</a:t>
                </a:r>
              </a:p>
              <a:p>
                <a:r>
                  <a:rPr lang="vi-VN" b="1" dirty="0"/>
                  <a:t>Khái niệm:</a:t>
                </a:r>
                <a:r>
                  <a:rPr lang="vi-VN" dirty="0"/>
                  <a:t> Hàm băm là một hàm toán học chuyển đổi </a:t>
                </a:r>
                <a:r>
                  <a:rPr lang="vi-VN" i="1" dirty="0"/>
                  <a:t>khóa</a:t>
                </a:r>
                <a:r>
                  <a:rPr lang="vi-VN" dirty="0"/>
                  <a:t> thành một chỉ số trong bảng.</a:t>
                </a:r>
              </a:p>
              <a:p>
                <a:r>
                  <a:rPr lang="vi-VN" b="1" dirty="0"/>
                  <a:t>Yêu cầu:</a:t>
                </a:r>
                <a:endParaRPr lang="vi-VN" dirty="0"/>
              </a:p>
              <a:p>
                <a:pPr lvl="1"/>
                <a:r>
                  <a:rPr lang="vi-VN" dirty="0"/>
                  <a:t>Tính toán nhanh.</a:t>
                </a:r>
              </a:p>
              <a:p>
                <a:pPr lvl="1"/>
                <a:r>
                  <a:rPr lang="vi-VN" dirty="0"/>
                  <a:t>Phân phối giá trị đồng đều để giảm xung đột.</a:t>
                </a:r>
              </a:p>
              <a:p>
                <a:pPr lvl="1"/>
                <a:r>
                  <a:rPr lang="vi-VN" dirty="0"/>
                  <a:t>Xác định duy nhất cho cùng một khóa.</a:t>
                </a:r>
              </a:p>
              <a:p>
                <a:r>
                  <a:rPr lang="vi-VN" b="1" dirty="0"/>
                  <a:t>Ví dụ:</a:t>
                </a:r>
                <a:endParaRPr lang="vi-VN" dirty="0"/>
              </a:p>
              <a:p>
                <a:pPr lvl="1"/>
                <a:r>
                  <a:rPr lang="vi-VN" dirty="0"/>
                  <a:t>Hàm băm đơn giản: </a:t>
                </a:r>
                <a14:m>
                  <m:oMath xmlns:m="http://schemas.openxmlformats.org/officeDocument/2006/math">
                    <m:r>
                      <a:rPr lang="vi-VN" i="1">
                        <a:latin typeface="Cambria Math" panose="02040503050406030204" pitchFamily="18" charset="0"/>
                      </a:rPr>
                      <m:t>h</m:t>
                    </m:r>
                    <m:d>
                      <m:dPr>
                        <m:ctrlPr>
                          <a:rPr lang="ar-AE" i="1">
                            <a:latin typeface="Cambria Math" panose="02040503050406030204" pitchFamily="18" charset="0"/>
                          </a:rPr>
                        </m:ctrlPr>
                      </m:dPr>
                      <m:e>
                        <m:r>
                          <a:rPr lang="ar-AE" i="1">
                            <a:latin typeface="Cambria Math" panose="02040503050406030204" pitchFamily="18" charset="0"/>
                          </a:rPr>
                          <m:t>𝑘𝑒𝑦</m:t>
                        </m:r>
                      </m:e>
                    </m:d>
                    <m:r>
                      <a:rPr lang="ar-AE">
                        <a:latin typeface="Cambria Math" panose="02040503050406030204" pitchFamily="18" charset="0"/>
                      </a:rPr>
                      <m:t>=</m:t>
                    </m:r>
                    <m:r>
                      <a:rPr lang="ar-AE" i="1">
                        <a:latin typeface="Cambria Math" panose="02040503050406030204" pitchFamily="18" charset="0"/>
                      </a:rPr>
                      <m:t>𝑘𝑒𝑦</m:t>
                    </m:r>
                    <m:r>
                      <a:rPr lang="ar-AE">
                        <a:latin typeface="Cambria Math" panose="02040503050406030204" pitchFamily="18" charset="0"/>
                      </a:rPr>
                      <m:t>  </m:t>
                    </m:r>
                    <m:r>
                      <m:rPr>
                        <m:sty m:val="p"/>
                      </m:rPr>
                      <a:rPr lang="vi-VN">
                        <a:latin typeface="Cambria Math" panose="02040503050406030204" pitchFamily="18" charset="0"/>
                      </a:rPr>
                      <m:t>mod</m:t>
                    </m:r>
                    <m:r>
                      <m:rPr>
                        <m:nor/>
                      </m:rPr>
                      <a:rPr lang="vi-VN" i="1"/>
                      <m:t>  </m:t>
                    </m:r>
                    <m:r>
                      <a:rPr lang="vi-VN" i="1">
                        <a:latin typeface="Cambria Math" panose="02040503050406030204" pitchFamily="18" charset="0"/>
                      </a:rPr>
                      <m:t>𝑚</m:t>
                    </m:r>
                  </m:oMath>
                </a14:m>
                <a:r>
                  <a:rPr lang="vi-VN" dirty="0"/>
                  <a:t>(với </a:t>
                </a:r>
                <a14:m>
                  <m:oMath xmlns:m="http://schemas.openxmlformats.org/officeDocument/2006/math">
                    <m:r>
                      <a:rPr lang="vi-VN" i="1">
                        <a:latin typeface="Cambria Math" panose="02040503050406030204" pitchFamily="18" charset="0"/>
                      </a:rPr>
                      <m:t>𝑚</m:t>
                    </m:r>
                  </m:oMath>
                </a14:m>
                <a:r>
                  <a:rPr lang="vi-VN" dirty="0"/>
                  <a:t>là kích thước bảng).</a:t>
                </a:r>
              </a:p>
              <a:p>
                <a:pPr lvl="1"/>
                <a:r>
                  <a:rPr lang="vi-VN" dirty="0"/>
                  <a:t>Nếu </a:t>
                </a:r>
                <a:r>
                  <a:rPr lang="vi-VN" dirty="0" err="1"/>
                  <a:t>key</a:t>
                </a:r>
                <a:r>
                  <a:rPr lang="vi-VN" dirty="0"/>
                  <a:t> = 27, m = 10 → </a:t>
                </a:r>
                <a14:m>
                  <m:oMath xmlns:m="http://schemas.openxmlformats.org/officeDocument/2006/math">
                    <m:r>
                      <a:rPr lang="vi-VN" i="1">
                        <a:latin typeface="Cambria Math" panose="02040503050406030204" pitchFamily="18" charset="0"/>
                      </a:rPr>
                      <m:t>h</m:t>
                    </m:r>
                    <m:d>
                      <m:dPr>
                        <m:ctrlPr>
                          <a:rPr lang="ar-AE" i="1">
                            <a:latin typeface="Cambria Math" panose="02040503050406030204" pitchFamily="18" charset="0"/>
                          </a:rPr>
                        </m:ctrlPr>
                      </m:dPr>
                      <m:e>
                        <m:r>
                          <a:rPr lang="ar-AE">
                            <a:latin typeface="Cambria Math" panose="02040503050406030204" pitchFamily="18" charset="0"/>
                          </a:rPr>
                          <m:t>27</m:t>
                        </m:r>
                      </m:e>
                    </m:d>
                    <m:r>
                      <a:rPr lang="ar-AE">
                        <a:latin typeface="Cambria Math" panose="02040503050406030204" pitchFamily="18" charset="0"/>
                      </a:rPr>
                      <m:t>=</m:t>
                    </m:r>
                    <m:r>
                      <a:rPr lang="ar-AE">
                        <a:latin typeface="Cambria Math" panose="02040503050406030204" pitchFamily="18" charset="0"/>
                      </a:rPr>
                      <m:t>7</m:t>
                    </m:r>
                  </m:oMath>
                </a14:m>
                <a:r>
                  <a:rPr lang="ar-AE" dirty="0"/>
                  <a:t>.</a:t>
                </a:r>
              </a:p>
            </p:txBody>
          </p:sp>
        </mc:Choice>
        <mc:Fallback xmlns="">
          <p:sp>
            <p:nvSpPr>
              <p:cNvPr id="8" name="Rectangle 3">
                <a:extLst>
                  <a:ext uri="{FF2B5EF4-FFF2-40B4-BE49-F238E27FC236}">
                    <a16:creationId xmlns:a16="http://schemas.microsoft.com/office/drawing/2014/main" id="{5B5CC2E1-6AB1-5F3A-62A1-E28DD2912EC7}"/>
                  </a:ext>
                </a:extLst>
              </p:cNvPr>
              <p:cNvSpPr>
                <a:spLocks noGrp="1" noRot="1" noChangeAspect="1" noMove="1" noResize="1" noEditPoints="1" noAdjustHandles="1" noChangeArrowheads="1" noChangeShapeType="1" noTextEdit="1"/>
              </p:cNvSpPr>
              <p:nvPr>
                <p:ph sz="quarter" idx="13"/>
              </p:nvPr>
            </p:nvSpPr>
            <p:spPr bwMode="auto">
              <a:xfrm>
                <a:off x="1019908" y="1593256"/>
                <a:ext cx="10515600" cy="3958007"/>
              </a:xfrm>
              <a:prstGeom prst="rect">
                <a:avLst/>
              </a:prstGeom>
              <a:blipFill>
                <a:blip r:embed="rId3"/>
                <a:stretch>
                  <a:fillRect l="-580" t="-308" b="-1231"/>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Tree>
    <p:extLst>
      <p:ext uri="{BB962C8B-B14F-4D97-AF65-F5344CB8AC3E}">
        <p14:creationId xmlns:p14="http://schemas.microsoft.com/office/powerpoint/2010/main" val="35798517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AE100-8F3C-01BA-2BE1-A17C7ABD37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74A434-83D6-2568-363B-391A484F389E}"/>
              </a:ext>
            </a:extLst>
          </p:cNvPr>
          <p:cNvSpPr>
            <a:spLocks noGrp="1"/>
          </p:cNvSpPr>
          <p:nvPr>
            <p:ph type="title"/>
          </p:nvPr>
        </p:nvSpPr>
        <p:spPr>
          <a:xfrm>
            <a:off x="838200" y="518114"/>
            <a:ext cx="10515600" cy="1325880"/>
          </a:xfrm>
          <a:noFill/>
        </p:spPr>
        <p:txBody>
          <a:bodyPr anchor="ctr"/>
          <a:lstStyle/>
          <a:p>
            <a:r>
              <a:rPr lang="en-US" sz="2800" dirty="0" err="1"/>
              <a:t>Ứng</a:t>
            </a:r>
            <a:r>
              <a:rPr lang="en-US" sz="2800" dirty="0"/>
              <a:t> </a:t>
            </a:r>
            <a:r>
              <a:rPr lang="en-US" sz="2800" dirty="0" err="1"/>
              <a:t>dụng</a:t>
            </a:r>
            <a:r>
              <a:rPr lang="en-US" sz="2800" dirty="0"/>
              <a:t> </a:t>
            </a:r>
            <a:r>
              <a:rPr lang="en-US" sz="2800" dirty="0" err="1"/>
              <a:t>nguyên</a:t>
            </a:r>
            <a:r>
              <a:rPr lang="en-US" sz="2800" dirty="0"/>
              <a:t> </a:t>
            </a:r>
            <a:r>
              <a:rPr lang="en-US" sz="2800" dirty="0" err="1"/>
              <a:t>lý</a:t>
            </a:r>
            <a:r>
              <a:rPr lang="en-US" sz="2800" dirty="0"/>
              <a:t> </a:t>
            </a:r>
            <a:r>
              <a:rPr lang="en-US" sz="2800" dirty="0" err="1"/>
              <a:t>trong</a:t>
            </a:r>
            <a:r>
              <a:rPr lang="en-US" sz="2800" dirty="0"/>
              <a:t> tin </a:t>
            </a:r>
            <a:r>
              <a:rPr lang="en-US" sz="2800" dirty="0" err="1"/>
              <a:t>học</a:t>
            </a:r>
            <a:r>
              <a:rPr lang="en-US" sz="2800" dirty="0"/>
              <a:t> (</a:t>
            </a:r>
            <a:r>
              <a:rPr lang="en-US" sz="2800" dirty="0" err="1"/>
              <a:t>bảng</a:t>
            </a:r>
            <a:r>
              <a:rPr lang="en-US" sz="2800" dirty="0"/>
              <a:t> </a:t>
            </a:r>
            <a:r>
              <a:rPr lang="en-US" sz="2800" dirty="0" err="1"/>
              <a:t>băm</a:t>
            </a:r>
            <a:r>
              <a:rPr lang="en-US" sz="2800" dirty="0"/>
              <a:t>)</a:t>
            </a:r>
          </a:p>
        </p:txBody>
      </p:sp>
      <p:sp>
        <p:nvSpPr>
          <p:cNvPr id="5" name="Rectangle 4">
            <a:extLst>
              <a:ext uri="{FF2B5EF4-FFF2-40B4-BE49-F238E27FC236}">
                <a16:creationId xmlns:a16="http://schemas.microsoft.com/office/drawing/2014/main" id="{281A8753-02D6-29BA-BC03-9F05A210742C}"/>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mc:AlternateContent xmlns:mc="http://schemas.openxmlformats.org/markup-compatibility/2006" xmlns:a14="http://schemas.microsoft.com/office/drawing/2010/main">
        <mc:Choice Requires="a14">
          <p:sp>
            <p:nvSpPr>
              <p:cNvPr id="8" name="Rectangle 3">
                <a:extLst>
                  <a:ext uri="{FF2B5EF4-FFF2-40B4-BE49-F238E27FC236}">
                    <a16:creationId xmlns:a16="http://schemas.microsoft.com/office/drawing/2014/main" id="{2907DAB0-CC8D-6C29-FAA4-9EE84AA3F762}"/>
                  </a:ext>
                </a:extLst>
              </p:cNvPr>
              <p:cNvSpPr>
                <a:spLocks noGrp="1" noChangeArrowheads="1"/>
              </p:cNvSpPr>
              <p:nvPr>
                <p:ph sz="quarter" idx="13"/>
              </p:nvPr>
            </p:nvSpPr>
            <p:spPr bwMode="auto">
              <a:xfrm>
                <a:off x="1078901" y="1642683"/>
                <a:ext cx="10515600" cy="4252446"/>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vi-VN" sz="2000" b="1" dirty="0"/>
                  <a:t>3. Vấn đề xung đột (</a:t>
                </a:r>
                <a:r>
                  <a:rPr lang="vi-VN" sz="2000" b="1" dirty="0" err="1"/>
                  <a:t>Collision</a:t>
                </a:r>
                <a:r>
                  <a:rPr lang="vi-VN" sz="2000" b="1" dirty="0"/>
                  <a:t>) trong bảng băm</a:t>
                </a:r>
              </a:p>
              <a:p>
                <a:r>
                  <a:rPr lang="vi-VN" b="1" dirty="0"/>
                  <a:t>Khái niệm:</a:t>
                </a:r>
                <a:r>
                  <a:rPr lang="vi-VN" dirty="0"/>
                  <a:t> Xung đột xảy ra khi hai hoặc nhiều khóa khác nhau được ánh xạ đến cùng một chỉ số trong bảng.</a:t>
                </a:r>
              </a:p>
              <a:p>
                <a:r>
                  <a:rPr lang="vi-VN" b="1" dirty="0"/>
                  <a:t>Nguyên nhân:</a:t>
                </a:r>
                <a:endParaRPr lang="vi-VN" dirty="0"/>
              </a:p>
              <a:p>
                <a:pPr lvl="1"/>
                <a:r>
                  <a:rPr lang="vi-VN" dirty="0"/>
                  <a:t>Kích thước bảng nhỏ so với số lượng phần tử.</a:t>
                </a:r>
              </a:p>
              <a:p>
                <a:pPr lvl="1"/>
                <a:r>
                  <a:rPr lang="vi-VN" dirty="0"/>
                  <a:t>Hàm băm chưa đủ tốt, phân phối không đều.</a:t>
                </a:r>
              </a:p>
              <a:p>
                <a:r>
                  <a:rPr lang="vi-VN" b="1" dirty="0"/>
                  <a:t>Ví dụ:</a:t>
                </a:r>
                <a:endParaRPr lang="vi-VN" dirty="0"/>
              </a:p>
              <a:p>
                <a:pPr lvl="1"/>
                <a:r>
                  <a:rPr lang="vi-VN" dirty="0"/>
                  <a:t>Với hàm </a:t>
                </a:r>
                <a14:m>
                  <m:oMath xmlns:m="http://schemas.openxmlformats.org/officeDocument/2006/math">
                    <m:r>
                      <a:rPr lang="vi-VN" i="1">
                        <a:latin typeface="Cambria Math" panose="02040503050406030204" pitchFamily="18" charset="0"/>
                      </a:rPr>
                      <m:t>h</m:t>
                    </m:r>
                    <m:d>
                      <m:dPr>
                        <m:ctrlPr>
                          <a:rPr lang="ar-AE" i="1">
                            <a:latin typeface="Cambria Math" panose="02040503050406030204" pitchFamily="18" charset="0"/>
                          </a:rPr>
                        </m:ctrlPr>
                      </m:dPr>
                      <m:e>
                        <m:r>
                          <a:rPr lang="ar-AE" i="1">
                            <a:latin typeface="Cambria Math" panose="02040503050406030204" pitchFamily="18" charset="0"/>
                          </a:rPr>
                          <m:t>𝑘𝑒𝑦</m:t>
                        </m:r>
                      </m:e>
                    </m:d>
                    <m:r>
                      <a:rPr lang="ar-AE">
                        <a:latin typeface="Cambria Math" panose="02040503050406030204" pitchFamily="18" charset="0"/>
                      </a:rPr>
                      <m:t>=</m:t>
                    </m:r>
                    <m:r>
                      <a:rPr lang="ar-AE" i="1">
                        <a:latin typeface="Cambria Math" panose="02040503050406030204" pitchFamily="18" charset="0"/>
                      </a:rPr>
                      <m:t>𝑘𝑒𝑦</m:t>
                    </m:r>
                    <m:r>
                      <a:rPr lang="ar-AE">
                        <a:latin typeface="Cambria Math" panose="02040503050406030204" pitchFamily="18" charset="0"/>
                      </a:rPr>
                      <m:t>  </m:t>
                    </m:r>
                    <m:r>
                      <m:rPr>
                        <m:sty m:val="p"/>
                      </m:rPr>
                      <a:rPr lang="vi-VN">
                        <a:latin typeface="Cambria Math" panose="02040503050406030204" pitchFamily="18" charset="0"/>
                      </a:rPr>
                      <m:t>mod</m:t>
                    </m:r>
                    <m:r>
                      <m:rPr>
                        <m:nor/>
                      </m:rPr>
                      <a:rPr lang="vi-VN" i="1"/>
                      <m:t>  </m:t>
                    </m:r>
                    <m:r>
                      <a:rPr lang="vi-VN">
                        <a:latin typeface="Cambria Math" panose="02040503050406030204" pitchFamily="18" charset="0"/>
                      </a:rPr>
                      <m:t>10</m:t>
                    </m:r>
                  </m:oMath>
                </a14:m>
                <a:r>
                  <a:rPr lang="vi-VN" dirty="0"/>
                  <a:t>, cả </a:t>
                </a:r>
                <a:r>
                  <a:rPr lang="vi-VN" dirty="0" err="1"/>
                  <a:t>key</a:t>
                </a:r>
                <a:r>
                  <a:rPr lang="vi-VN" dirty="0"/>
                  <a:t> = 27 và </a:t>
                </a:r>
                <a:r>
                  <a:rPr lang="vi-VN" dirty="0" err="1"/>
                  <a:t>key</a:t>
                </a:r>
                <a:r>
                  <a:rPr lang="vi-VN" dirty="0"/>
                  <a:t> = 37 đều cho kết quả = 7 → xung đột.</a:t>
                </a:r>
              </a:p>
              <a:p>
                <a:r>
                  <a:rPr lang="vi-VN" b="1" dirty="0"/>
                  <a:t>Hậu quả:</a:t>
                </a:r>
                <a:endParaRPr lang="vi-VN" dirty="0"/>
              </a:p>
              <a:p>
                <a:pPr lvl="1"/>
                <a:r>
                  <a:rPr lang="vi-VN" dirty="0"/>
                  <a:t>Làm giảm hiệu quả truy xuất dữ liệu.</a:t>
                </a:r>
              </a:p>
              <a:p>
                <a:pPr lvl="1"/>
                <a:r>
                  <a:rPr lang="vi-VN" dirty="0"/>
                  <a:t>Cần có cơ chế xử lý xung đột (</a:t>
                </a:r>
                <a:r>
                  <a:rPr lang="vi-VN" dirty="0" err="1"/>
                  <a:t>chaining</a:t>
                </a:r>
                <a:r>
                  <a:rPr lang="vi-VN" dirty="0"/>
                  <a:t>, </a:t>
                </a:r>
                <a:r>
                  <a:rPr lang="vi-VN" dirty="0" err="1"/>
                  <a:t>probing</a:t>
                </a:r>
                <a:r>
                  <a:rPr lang="vi-VN" dirty="0"/>
                  <a:t>, </a:t>
                </a:r>
                <a:r>
                  <a:rPr lang="vi-VN" dirty="0" err="1"/>
                  <a:t>double</a:t>
                </a:r>
                <a:r>
                  <a:rPr lang="vi-VN" dirty="0"/>
                  <a:t> </a:t>
                </a:r>
                <a:r>
                  <a:rPr lang="vi-VN" dirty="0" err="1"/>
                  <a:t>hashing</a:t>
                </a:r>
                <a:r>
                  <a:rPr lang="vi-VN" dirty="0"/>
                  <a:t>).</a:t>
                </a:r>
              </a:p>
            </p:txBody>
          </p:sp>
        </mc:Choice>
        <mc:Fallback xmlns="">
          <p:sp>
            <p:nvSpPr>
              <p:cNvPr id="8" name="Rectangle 3">
                <a:extLst>
                  <a:ext uri="{FF2B5EF4-FFF2-40B4-BE49-F238E27FC236}">
                    <a16:creationId xmlns:a16="http://schemas.microsoft.com/office/drawing/2014/main" id="{2907DAB0-CC8D-6C29-FAA4-9EE84AA3F762}"/>
                  </a:ext>
                </a:extLst>
              </p:cNvPr>
              <p:cNvSpPr>
                <a:spLocks noGrp="1" noRot="1" noChangeAspect="1" noMove="1" noResize="1" noEditPoints="1" noAdjustHandles="1" noChangeArrowheads="1" noChangeShapeType="1" noTextEdit="1"/>
              </p:cNvSpPr>
              <p:nvPr>
                <p:ph sz="quarter" idx="13"/>
              </p:nvPr>
            </p:nvSpPr>
            <p:spPr bwMode="auto">
              <a:xfrm>
                <a:off x="1078901" y="1642683"/>
                <a:ext cx="10515600" cy="4252446"/>
              </a:xfrm>
              <a:prstGeom prst="rect">
                <a:avLst/>
              </a:prstGeom>
              <a:blipFill>
                <a:blip r:embed="rId3"/>
                <a:stretch>
                  <a:fillRect l="-638" t="-1289" b="-2149"/>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Tree>
    <p:extLst>
      <p:ext uri="{BB962C8B-B14F-4D97-AF65-F5344CB8AC3E}">
        <p14:creationId xmlns:p14="http://schemas.microsoft.com/office/powerpoint/2010/main" val="17610002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629D1-41DD-E68E-9915-7B496EFFDF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3FE720-C8D1-7565-9473-41CF1C55AF00}"/>
              </a:ext>
            </a:extLst>
          </p:cNvPr>
          <p:cNvSpPr>
            <a:spLocks noGrp="1"/>
          </p:cNvSpPr>
          <p:nvPr>
            <p:ph type="title"/>
          </p:nvPr>
        </p:nvSpPr>
        <p:spPr>
          <a:xfrm>
            <a:off x="838200" y="518114"/>
            <a:ext cx="10515600" cy="1325880"/>
          </a:xfrm>
          <a:noFill/>
        </p:spPr>
        <p:txBody>
          <a:bodyPr anchor="ctr"/>
          <a:lstStyle/>
          <a:p>
            <a:r>
              <a:rPr lang="en-US" sz="2800" dirty="0" err="1"/>
              <a:t>Ứng</a:t>
            </a:r>
            <a:r>
              <a:rPr lang="en-US" sz="2800" dirty="0"/>
              <a:t> </a:t>
            </a:r>
            <a:r>
              <a:rPr lang="en-US" sz="2800" dirty="0" err="1"/>
              <a:t>dụng</a:t>
            </a:r>
            <a:r>
              <a:rPr lang="en-US" sz="2800" dirty="0"/>
              <a:t> </a:t>
            </a:r>
            <a:r>
              <a:rPr lang="en-US" sz="2800" dirty="0" err="1"/>
              <a:t>nguyên</a:t>
            </a:r>
            <a:r>
              <a:rPr lang="en-US" sz="2800" dirty="0"/>
              <a:t> </a:t>
            </a:r>
            <a:r>
              <a:rPr lang="en-US" sz="2800" dirty="0" err="1"/>
              <a:t>lý</a:t>
            </a:r>
            <a:r>
              <a:rPr lang="en-US" sz="2800" dirty="0"/>
              <a:t> </a:t>
            </a:r>
            <a:r>
              <a:rPr lang="en-US" sz="2800" dirty="0" err="1"/>
              <a:t>trong</a:t>
            </a:r>
            <a:r>
              <a:rPr lang="en-US" sz="2800" dirty="0"/>
              <a:t> tin </a:t>
            </a:r>
            <a:r>
              <a:rPr lang="en-US" sz="2800" dirty="0" err="1"/>
              <a:t>học</a:t>
            </a:r>
            <a:r>
              <a:rPr lang="en-US" sz="2800" dirty="0"/>
              <a:t> (</a:t>
            </a:r>
            <a:r>
              <a:rPr lang="en-US" sz="2800" dirty="0" err="1"/>
              <a:t>bảng</a:t>
            </a:r>
            <a:r>
              <a:rPr lang="en-US" sz="2800" dirty="0"/>
              <a:t> </a:t>
            </a:r>
            <a:r>
              <a:rPr lang="en-US" sz="2800" dirty="0" err="1"/>
              <a:t>băm</a:t>
            </a:r>
            <a:r>
              <a:rPr lang="en-US" sz="2800" dirty="0"/>
              <a:t>)</a:t>
            </a:r>
          </a:p>
        </p:txBody>
      </p:sp>
      <p:sp>
        <p:nvSpPr>
          <p:cNvPr id="5" name="Rectangle 4">
            <a:extLst>
              <a:ext uri="{FF2B5EF4-FFF2-40B4-BE49-F238E27FC236}">
                <a16:creationId xmlns:a16="http://schemas.microsoft.com/office/drawing/2014/main" id="{3572B4F1-F14F-8EB6-E019-665C733681AB}"/>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8" name="Rectangle 3">
            <a:extLst>
              <a:ext uri="{FF2B5EF4-FFF2-40B4-BE49-F238E27FC236}">
                <a16:creationId xmlns:a16="http://schemas.microsoft.com/office/drawing/2014/main" id="{4D8DA5E3-9022-BB8F-78C0-A76E3AF3CFA7}"/>
              </a:ext>
            </a:extLst>
          </p:cNvPr>
          <p:cNvSpPr>
            <a:spLocks noGrp="1" noChangeArrowheads="1"/>
          </p:cNvSpPr>
          <p:nvPr>
            <p:ph sz="quarter" idx="13"/>
          </p:nvPr>
        </p:nvSpPr>
        <p:spPr bwMode="auto">
          <a:xfrm>
            <a:off x="1078901" y="1688710"/>
            <a:ext cx="10515600" cy="2385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vi-VN" sz="2000" b="1" dirty="0"/>
              <a:t>4. Xử lý xung đột trong bảng băm</a:t>
            </a:r>
          </a:p>
          <a:p>
            <a:r>
              <a:rPr lang="vi-VN" dirty="0"/>
              <a:t>Các phương pháp phổ biến:</a:t>
            </a:r>
          </a:p>
          <a:p>
            <a:pPr lvl="1"/>
            <a:r>
              <a:rPr lang="vi-VN" b="1" dirty="0"/>
              <a:t>Phép nối chuỗi</a:t>
            </a:r>
            <a:r>
              <a:rPr lang="en-US" b="1" dirty="0"/>
              <a:t>:</a:t>
            </a:r>
            <a:r>
              <a:rPr lang="vi-VN" dirty="0"/>
              <a:t>Mỗi ô trong bảng băm là một danh sách (thường là </a:t>
            </a:r>
            <a:r>
              <a:rPr lang="vi-VN" dirty="0" err="1"/>
              <a:t>linked</a:t>
            </a:r>
            <a:r>
              <a:rPr lang="vi-VN" dirty="0"/>
              <a:t> </a:t>
            </a:r>
            <a:r>
              <a:rPr lang="vi-VN" dirty="0" err="1"/>
              <a:t>list</a:t>
            </a:r>
            <a:r>
              <a:rPr lang="vi-VN" dirty="0"/>
              <a:t>).</a:t>
            </a:r>
          </a:p>
          <a:p>
            <a:pPr lvl="1"/>
            <a:r>
              <a:rPr lang="vi-VN" b="1" dirty="0"/>
              <a:t>Thăm dò tuyến tính</a:t>
            </a:r>
            <a:r>
              <a:rPr lang="en-US" b="1" dirty="0"/>
              <a:t>: </a:t>
            </a:r>
            <a:r>
              <a:rPr lang="en-US" dirty="0"/>
              <a:t>Khi </a:t>
            </a:r>
            <a:r>
              <a:rPr lang="en-US" dirty="0" err="1"/>
              <a:t>xảy</a:t>
            </a:r>
            <a:r>
              <a:rPr lang="en-US" dirty="0"/>
              <a:t> </a:t>
            </a:r>
            <a:r>
              <a:rPr lang="en-US" dirty="0" err="1"/>
              <a:t>ra</a:t>
            </a:r>
            <a:r>
              <a:rPr lang="en-US" dirty="0"/>
              <a:t> </a:t>
            </a:r>
            <a:r>
              <a:rPr lang="en-US" dirty="0" err="1"/>
              <a:t>xung</a:t>
            </a:r>
            <a:r>
              <a:rPr lang="en-US" dirty="0"/>
              <a:t> </a:t>
            </a:r>
            <a:r>
              <a:rPr lang="en-US" dirty="0" err="1"/>
              <a:t>đột</a:t>
            </a:r>
            <a:r>
              <a:rPr lang="en-US" dirty="0"/>
              <a:t>, ta </a:t>
            </a:r>
            <a:r>
              <a:rPr lang="en-US" dirty="0" err="1"/>
              <a:t>tìm</a:t>
            </a:r>
            <a:r>
              <a:rPr lang="en-US" dirty="0"/>
              <a:t> ô </a:t>
            </a:r>
            <a:r>
              <a:rPr lang="en-US" dirty="0" err="1"/>
              <a:t>trống</a:t>
            </a:r>
            <a:r>
              <a:rPr lang="en-US" dirty="0"/>
              <a:t> </a:t>
            </a:r>
            <a:r>
              <a:rPr lang="en-US" dirty="0" err="1"/>
              <a:t>kế</a:t>
            </a:r>
            <a:r>
              <a:rPr lang="en-US" dirty="0"/>
              <a:t> </a:t>
            </a:r>
            <a:r>
              <a:rPr lang="en-US" dirty="0" err="1"/>
              <a:t>tiếp</a:t>
            </a:r>
            <a:r>
              <a:rPr lang="en-US" dirty="0"/>
              <a:t> </a:t>
            </a:r>
            <a:r>
              <a:rPr lang="en-US" dirty="0" err="1"/>
              <a:t>theo</a:t>
            </a:r>
            <a:r>
              <a:rPr lang="en-US" dirty="0"/>
              <a:t> </a:t>
            </a:r>
            <a:r>
              <a:rPr lang="en-US" dirty="0" err="1"/>
              <a:t>thứ</a:t>
            </a:r>
            <a:r>
              <a:rPr lang="en-US" dirty="0"/>
              <a:t> </a:t>
            </a:r>
            <a:r>
              <a:rPr lang="en-US" dirty="0" err="1"/>
              <a:t>tự</a:t>
            </a:r>
            <a:r>
              <a:rPr lang="en-US" dirty="0"/>
              <a:t> </a:t>
            </a:r>
            <a:r>
              <a:rPr lang="en-US" dirty="0" err="1"/>
              <a:t>tuyến</a:t>
            </a:r>
            <a:r>
              <a:rPr lang="en-US" dirty="0"/>
              <a:t> </a:t>
            </a:r>
            <a:r>
              <a:rPr lang="en-US" dirty="0" err="1"/>
              <a:t>tính</a:t>
            </a:r>
            <a:endParaRPr lang="vi-VN" dirty="0"/>
          </a:p>
          <a:p>
            <a:pPr lvl="1"/>
            <a:r>
              <a:rPr lang="vi-VN" b="1" dirty="0"/>
              <a:t>Băm kép</a:t>
            </a:r>
            <a:r>
              <a:rPr lang="en-US" b="1" dirty="0"/>
              <a:t>: </a:t>
            </a:r>
            <a:r>
              <a:rPr lang="vi-VN" dirty="0"/>
              <a:t>Sử dụng hai hàm băm khác nhau. Khi xảy ra xung đột, bước nhảy được xác định bởi hàm băm thứ hai.</a:t>
            </a:r>
          </a:p>
        </p:txBody>
      </p:sp>
    </p:spTree>
    <p:extLst>
      <p:ext uri="{BB962C8B-B14F-4D97-AF65-F5344CB8AC3E}">
        <p14:creationId xmlns:p14="http://schemas.microsoft.com/office/powerpoint/2010/main" val="29904394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15DE-D135-0710-9984-A0A55E960CB0}"/>
              </a:ext>
            </a:extLst>
          </p:cNvPr>
          <p:cNvSpPr>
            <a:spLocks noGrp="1"/>
          </p:cNvSpPr>
          <p:nvPr>
            <p:ph type="title"/>
          </p:nvPr>
        </p:nvSpPr>
        <p:spPr>
          <a:xfrm>
            <a:off x="838201" y="448056"/>
            <a:ext cx="6172200" cy="1581912"/>
          </a:xfrm>
          <a:noFill/>
        </p:spPr>
        <p:txBody>
          <a:bodyPr anchor="b"/>
          <a:lstStyle/>
          <a:p>
            <a:r>
              <a:rPr lang="en-US" dirty="0"/>
              <a:t>Liên </a:t>
            </a:r>
            <a:r>
              <a:rPr lang="en-US" dirty="0" err="1"/>
              <a:t>hệ</a:t>
            </a:r>
            <a:r>
              <a:rPr lang="en-US" dirty="0"/>
              <a:t> </a:t>
            </a:r>
            <a:r>
              <a:rPr lang="en-US" dirty="0" err="1"/>
              <a:t>giữa</a:t>
            </a:r>
            <a:r>
              <a:rPr lang="en-US" dirty="0"/>
              <a:t> Nguyên </a:t>
            </a:r>
            <a:r>
              <a:rPr lang="en-US" dirty="0" err="1"/>
              <a:t>lý</a:t>
            </a:r>
            <a:r>
              <a:rPr lang="en-US" dirty="0"/>
              <a:t> Dirichlet </a:t>
            </a:r>
            <a:r>
              <a:rPr lang="en-US" dirty="0" err="1"/>
              <a:t>và</a:t>
            </a:r>
            <a:r>
              <a:rPr lang="en-US" dirty="0"/>
              <a:t> </a:t>
            </a:r>
            <a:r>
              <a:rPr lang="en-US" dirty="0" err="1"/>
              <a:t>xung</a:t>
            </a:r>
            <a:r>
              <a:rPr lang="en-US" dirty="0"/>
              <a:t> </a:t>
            </a:r>
            <a:r>
              <a:rPr lang="en-US" dirty="0" err="1"/>
              <a:t>đột</a:t>
            </a:r>
            <a:endParaRPr lang="en-US" dirty="0"/>
          </a:p>
        </p:txBody>
      </p:sp>
      <p:sp>
        <p:nvSpPr>
          <p:cNvPr id="3" name="Content Placeholder 2">
            <a:extLst>
              <a:ext uri="{FF2B5EF4-FFF2-40B4-BE49-F238E27FC236}">
                <a16:creationId xmlns:a16="http://schemas.microsoft.com/office/drawing/2014/main" id="{ECC8AA23-D8D0-93BE-5C5F-103A750B0D2F}"/>
              </a:ext>
            </a:extLst>
          </p:cNvPr>
          <p:cNvSpPr>
            <a:spLocks noGrp="1"/>
          </p:cNvSpPr>
          <p:nvPr>
            <p:ph sz="quarter" idx="14"/>
          </p:nvPr>
        </p:nvSpPr>
        <p:spPr>
          <a:xfrm>
            <a:off x="838200" y="2257062"/>
            <a:ext cx="6172200" cy="4065079"/>
          </a:xfrm>
          <a:noFill/>
        </p:spPr>
        <p:txBody>
          <a:bodyPr vert="horz" lIns="91440" tIns="45720" rIns="91440" bIns="45720" rtlCol="0" anchor="t">
            <a:normAutofit/>
          </a:bodyPr>
          <a:lstStyle/>
          <a:p>
            <a:r>
              <a:rPr lang="vi-VN" b="1" dirty="0"/>
              <a:t>Giải thích tại sao xung đột là tất yếu (theo </a:t>
            </a:r>
            <a:r>
              <a:rPr lang="vi-VN" b="1" dirty="0" err="1"/>
              <a:t>Dirichlet</a:t>
            </a:r>
            <a:r>
              <a:rPr lang="vi-VN" b="1" dirty="0"/>
              <a:t>)</a:t>
            </a:r>
          </a:p>
          <a:p>
            <a:r>
              <a:rPr lang="vi-VN" b="1" dirty="0"/>
              <a:t>Nguyên lý </a:t>
            </a:r>
            <a:r>
              <a:rPr lang="vi-VN" b="1" dirty="0" err="1"/>
              <a:t>Dirichlet</a:t>
            </a:r>
            <a:r>
              <a:rPr lang="vi-VN" b="1" dirty="0"/>
              <a:t> (nguyên lý hộp – chim bồ câu):</a:t>
            </a:r>
            <a:r>
              <a:rPr lang="vi-VN" dirty="0"/>
              <a:t> Nếu có nhiều đối tượng hơn số “hộp” chứa, thì chắc chắn sẽ có ít nhất một hộp chứa từ 2 đối tượng trở lên.</a:t>
            </a:r>
          </a:p>
          <a:p>
            <a:r>
              <a:rPr lang="vi-VN" b="1" dirty="0"/>
              <a:t>Áp dụng vào bảng băm:</a:t>
            </a:r>
            <a:endParaRPr lang="vi-VN" dirty="0"/>
          </a:p>
          <a:p>
            <a:pPr lvl="1"/>
            <a:r>
              <a:rPr lang="vi-VN" dirty="0"/>
              <a:t>Các </a:t>
            </a:r>
            <a:r>
              <a:rPr lang="vi-VN" b="1" dirty="0"/>
              <a:t>khóa (</a:t>
            </a:r>
            <a:r>
              <a:rPr lang="vi-VN" b="1" dirty="0" err="1"/>
              <a:t>keys</a:t>
            </a:r>
            <a:r>
              <a:rPr lang="vi-VN" b="1" dirty="0"/>
              <a:t>)</a:t>
            </a:r>
            <a:r>
              <a:rPr lang="vi-VN" dirty="0"/>
              <a:t> chính là “chim bồ câu”.</a:t>
            </a:r>
          </a:p>
          <a:p>
            <a:pPr lvl="1"/>
            <a:r>
              <a:rPr lang="vi-VN" dirty="0"/>
              <a:t>Các </a:t>
            </a:r>
            <a:r>
              <a:rPr lang="vi-VN" b="1" dirty="0"/>
              <a:t>ô trong bảng băm</a:t>
            </a:r>
            <a:r>
              <a:rPr lang="vi-VN" dirty="0"/>
              <a:t> chính là “hộp”.</a:t>
            </a:r>
          </a:p>
          <a:p>
            <a:pPr lvl="1"/>
            <a:r>
              <a:rPr lang="vi-VN" dirty="0"/>
              <a:t>Nếu số lượng khóa lớn hơn số ô, thì chắc chắn sẽ có ít nhất hai khóa cùng ánh xạ vào một ô → </a:t>
            </a:r>
            <a:r>
              <a:rPr lang="vi-VN" b="1" dirty="0"/>
              <a:t>xung đột là tất yếu</a:t>
            </a:r>
            <a:r>
              <a:rPr lang="vi-VN" dirty="0"/>
              <a:t>.</a:t>
            </a:r>
          </a:p>
          <a:p>
            <a:r>
              <a:rPr lang="vi-VN" b="1" dirty="0"/>
              <a:t>Ví dụ:</a:t>
            </a:r>
            <a:r>
              <a:rPr lang="vi-VN" dirty="0"/>
              <a:t> Bảng băm có 10 ô, nhưng ta lưu 15 khóa → ít nhất 5 ô sẽ chứa từ 2 khóa trở lên.</a:t>
            </a:r>
          </a:p>
        </p:txBody>
      </p:sp>
      <p:pic>
        <p:nvPicPr>
          <p:cNvPr id="15" name="Picture Placeholder 5" descr="A person looking at blueprints on a brick wall">
            <a:extLst>
              <a:ext uri="{FF2B5EF4-FFF2-40B4-BE49-F238E27FC236}">
                <a16:creationId xmlns:a16="http://schemas.microsoft.com/office/drawing/2014/main" id="{BBD84AA8-495D-1210-1B06-DA73C5BCF36A}"/>
              </a:ext>
            </a:extLst>
          </p:cNvPr>
          <p:cNvPicPr>
            <a:picLocks noGrp="1" noChangeAspect="1"/>
          </p:cNvPicPr>
          <p:nvPr>
            <p:ph type="pic" sz="quarter" idx="10"/>
          </p:nvPr>
        </p:nvPicPr>
        <p:blipFill rotWithShape="1">
          <a:blip r:embed="rId3">
            <a:extLst>
              <a:ext uri="{BEBA8EAE-BF5A-486C-A8C5-ECC9F3942E4B}">
                <a14:imgProps xmlns:a14="http://schemas.microsoft.com/office/drawing/2010/main">
                  <a14:imgLayer r:embed="rId4">
                    <a14:imgEffect>
                      <a14:saturation sat="0"/>
                    </a14:imgEffect>
                  </a14:imgLayer>
                </a14:imgProps>
              </a:ext>
            </a:extLst>
          </a:blip>
          <a:srcRect l="27157" r="27157"/>
          <a:stretch/>
        </p:blipFill>
        <p:spPr>
          <a:xfrm>
            <a:off x="7500938" y="-22225"/>
            <a:ext cx="4714875" cy="6880225"/>
          </a:xfrm>
        </p:spPr>
      </p:pic>
    </p:spTree>
    <p:extLst>
      <p:ext uri="{BB962C8B-B14F-4D97-AF65-F5344CB8AC3E}">
        <p14:creationId xmlns:p14="http://schemas.microsoft.com/office/powerpoint/2010/main" val="16495977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82D665-B9D6-39AB-0C96-0C4D279204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E88745-904D-F571-C60C-AD988FB1646D}"/>
              </a:ext>
            </a:extLst>
          </p:cNvPr>
          <p:cNvSpPr>
            <a:spLocks noGrp="1"/>
          </p:cNvSpPr>
          <p:nvPr>
            <p:ph type="title"/>
          </p:nvPr>
        </p:nvSpPr>
        <p:spPr>
          <a:xfrm>
            <a:off x="838201" y="448056"/>
            <a:ext cx="6172200" cy="1581912"/>
          </a:xfrm>
          <a:noFill/>
        </p:spPr>
        <p:txBody>
          <a:bodyPr anchor="b"/>
          <a:lstStyle/>
          <a:p>
            <a:r>
              <a:rPr lang="en-US" dirty="0"/>
              <a:t>Liên </a:t>
            </a:r>
            <a:r>
              <a:rPr lang="en-US" dirty="0" err="1"/>
              <a:t>hệ</a:t>
            </a:r>
            <a:r>
              <a:rPr lang="en-US" dirty="0"/>
              <a:t> </a:t>
            </a:r>
            <a:r>
              <a:rPr lang="en-US" dirty="0" err="1"/>
              <a:t>giữa</a:t>
            </a:r>
            <a:r>
              <a:rPr lang="en-US" dirty="0"/>
              <a:t> Nguyên </a:t>
            </a:r>
            <a:r>
              <a:rPr lang="en-US" dirty="0" err="1"/>
              <a:t>lý</a:t>
            </a:r>
            <a:r>
              <a:rPr lang="en-US" dirty="0"/>
              <a:t> Dirichlet </a:t>
            </a:r>
            <a:r>
              <a:rPr lang="en-US" dirty="0" err="1"/>
              <a:t>và</a:t>
            </a:r>
            <a:r>
              <a:rPr lang="en-US" dirty="0"/>
              <a:t> </a:t>
            </a:r>
            <a:r>
              <a:rPr lang="en-US" dirty="0" err="1"/>
              <a:t>xung</a:t>
            </a:r>
            <a:r>
              <a:rPr lang="en-US" dirty="0"/>
              <a:t> </a:t>
            </a:r>
            <a:r>
              <a:rPr lang="en-US" dirty="0" err="1"/>
              <a:t>đột</a:t>
            </a:r>
            <a:endParaRPr lang="en-US" dirty="0"/>
          </a:p>
        </p:txBody>
      </p:sp>
      <p:sp>
        <p:nvSpPr>
          <p:cNvPr id="3" name="Content Placeholder 2">
            <a:extLst>
              <a:ext uri="{FF2B5EF4-FFF2-40B4-BE49-F238E27FC236}">
                <a16:creationId xmlns:a16="http://schemas.microsoft.com/office/drawing/2014/main" id="{715E0155-1E8D-85F3-E1D0-D0C1E1D82BEE}"/>
              </a:ext>
            </a:extLst>
          </p:cNvPr>
          <p:cNvSpPr>
            <a:spLocks noGrp="1"/>
          </p:cNvSpPr>
          <p:nvPr>
            <p:ph sz="quarter" idx="14"/>
          </p:nvPr>
        </p:nvSpPr>
        <p:spPr>
          <a:xfrm>
            <a:off x="838200" y="2029968"/>
            <a:ext cx="6585155" cy="4379976"/>
          </a:xfrm>
          <a:noFill/>
        </p:spPr>
        <p:txBody>
          <a:bodyPr vert="horz" lIns="91440" tIns="45720" rIns="91440" bIns="45720" rtlCol="0" anchor="t">
            <a:normAutofit lnSpcReduction="10000"/>
          </a:bodyPr>
          <a:lstStyle/>
          <a:p>
            <a:r>
              <a:rPr lang="vi-VN" b="1" dirty="0"/>
              <a:t>Vai trò của nguyên lý trong việc phân tích và thiết kế giải pháp</a:t>
            </a:r>
          </a:p>
          <a:p>
            <a:r>
              <a:rPr lang="vi-VN" b="1" dirty="0"/>
              <a:t>Phân tích:</a:t>
            </a:r>
            <a:endParaRPr lang="vi-VN" dirty="0"/>
          </a:p>
          <a:p>
            <a:pPr lvl="1"/>
            <a:r>
              <a:rPr lang="vi-VN" dirty="0"/>
              <a:t>Giúp ta hiểu rằng xung đột không thể tránh khỏi, ngay cả khi hàm băm được thiết kế tốt.</a:t>
            </a:r>
          </a:p>
          <a:p>
            <a:pPr lvl="1"/>
            <a:r>
              <a:rPr lang="vi-VN" dirty="0"/>
              <a:t>Từ đó, ta đánh giá hiệu quả của các phương pháp xử lý xung đột dựa trên xác suất và phân phối khóa.</a:t>
            </a:r>
          </a:p>
          <a:p>
            <a:r>
              <a:rPr lang="vi-VN" b="1" dirty="0"/>
              <a:t>Thiết kế giải pháp:</a:t>
            </a:r>
            <a:endParaRPr lang="vi-VN" dirty="0"/>
          </a:p>
          <a:p>
            <a:pPr lvl="1"/>
            <a:r>
              <a:rPr lang="vi-VN" dirty="0"/>
              <a:t>Nguyên lý </a:t>
            </a:r>
            <a:r>
              <a:rPr lang="vi-VN" dirty="0" err="1"/>
              <a:t>Dirichlet</a:t>
            </a:r>
            <a:r>
              <a:rPr lang="vi-VN" dirty="0"/>
              <a:t> là cơ sở để xây dựng các chiến lược xử lý xung đột </a:t>
            </a:r>
            <a:endParaRPr lang="en-US" dirty="0"/>
          </a:p>
          <a:p>
            <a:pPr lvl="1"/>
            <a:r>
              <a:rPr lang="vi-VN" dirty="0"/>
              <a:t>Giúp lựa chọn kích thước bảng băm hợp lý</a:t>
            </a:r>
          </a:p>
          <a:p>
            <a:pPr lvl="1"/>
            <a:r>
              <a:rPr lang="vi-VN" dirty="0"/>
              <a:t>Định hướng thiết kế hàm băm sao cho phân phối khóa càng đều càng tốt, giảm số lượng “hộp” bị quá tải.</a:t>
            </a:r>
          </a:p>
        </p:txBody>
      </p:sp>
      <p:pic>
        <p:nvPicPr>
          <p:cNvPr id="15" name="Picture Placeholder 5" descr="A person looking at blueprints on a brick wall">
            <a:extLst>
              <a:ext uri="{FF2B5EF4-FFF2-40B4-BE49-F238E27FC236}">
                <a16:creationId xmlns:a16="http://schemas.microsoft.com/office/drawing/2014/main" id="{8231DE01-1D02-7BF8-16B9-6CD050651082}"/>
              </a:ext>
            </a:extLst>
          </p:cNvPr>
          <p:cNvPicPr>
            <a:picLocks noGrp="1" noChangeAspect="1"/>
          </p:cNvPicPr>
          <p:nvPr>
            <p:ph type="pic" sz="quarter" idx="10"/>
          </p:nvPr>
        </p:nvPicPr>
        <p:blipFill rotWithShape="1">
          <a:blip r:embed="rId3">
            <a:extLst>
              <a:ext uri="{BEBA8EAE-BF5A-486C-A8C5-ECC9F3942E4B}">
                <a14:imgProps xmlns:a14="http://schemas.microsoft.com/office/drawing/2010/main">
                  <a14:imgLayer r:embed="rId4">
                    <a14:imgEffect>
                      <a14:saturation sat="0"/>
                    </a14:imgEffect>
                  </a14:imgLayer>
                </a14:imgProps>
              </a:ext>
            </a:extLst>
          </a:blip>
          <a:srcRect l="27157" r="27157"/>
          <a:stretch/>
        </p:blipFill>
        <p:spPr>
          <a:xfrm>
            <a:off x="7500938" y="-22225"/>
            <a:ext cx="4714875" cy="6880225"/>
          </a:xfrm>
        </p:spPr>
      </p:pic>
    </p:spTree>
    <p:extLst>
      <p:ext uri="{BB962C8B-B14F-4D97-AF65-F5344CB8AC3E}">
        <p14:creationId xmlns:p14="http://schemas.microsoft.com/office/powerpoint/2010/main" val="35293887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76496-4116-D7D5-B1F5-452753EE949F}"/>
            </a:ext>
          </a:extLst>
        </p:cNvPr>
        <p:cNvGrpSpPr/>
        <p:nvPr/>
      </p:nvGrpSpPr>
      <p:grpSpPr>
        <a:xfrm>
          <a:off x="0" y="0"/>
          <a:ext cx="0" cy="0"/>
          <a:chOff x="0" y="0"/>
          <a:chExt cx="0" cy="0"/>
        </a:xfrm>
      </p:grpSpPr>
      <p:pic>
        <p:nvPicPr>
          <p:cNvPr id="4" name="Picture Placeholder 7" descr="close up of computer code">
            <a:extLst>
              <a:ext uri="{FF2B5EF4-FFF2-40B4-BE49-F238E27FC236}">
                <a16:creationId xmlns:a16="http://schemas.microsoft.com/office/drawing/2014/main" id="{CC3780F8-6B80-6A93-8893-1B08991BFC1A}"/>
              </a:ext>
            </a:extLst>
          </p:cNvPr>
          <p:cNvPicPr>
            <a:picLocks noGrp="1" noChangeAspect="1"/>
          </p:cNvPicPr>
          <p:nvPr>
            <p:ph type="pic" sz="quarter" idx="10"/>
          </p:nvPr>
        </p:nvPicPr>
        <p:blipFill rotWithShape="1">
          <a:blip r:embed="rId3">
            <a:alphaModFix amt="40000"/>
            <a:extLst>
              <a:ext uri="{BEBA8EAE-BF5A-486C-A8C5-ECC9F3942E4B}">
                <a14:imgProps xmlns:a14="http://schemas.microsoft.com/office/drawing/2010/main">
                  <a14:imgLayer r:embed="rId4">
                    <a14:imgEffect>
                      <a14:saturation sat="0"/>
                    </a14:imgEffect>
                  </a14:imgLayer>
                </a14:imgProps>
              </a:ext>
            </a:extLst>
          </a:blip>
          <a:srcRect t="7813" b="7813"/>
          <a:stretch/>
        </p:blipFill>
        <p:spPr>
          <a:xfrm>
            <a:off x="0" y="0"/>
            <a:ext cx="12192000" cy="6858000"/>
          </a:xfrm>
        </p:spPr>
      </p:pic>
      <p:sp>
        <p:nvSpPr>
          <p:cNvPr id="3" name="Title 2">
            <a:extLst>
              <a:ext uri="{FF2B5EF4-FFF2-40B4-BE49-F238E27FC236}">
                <a16:creationId xmlns:a16="http://schemas.microsoft.com/office/drawing/2014/main" id="{83F71AD4-963B-F77F-A1E2-4464FE1FA6FD}"/>
              </a:ext>
            </a:extLst>
          </p:cNvPr>
          <p:cNvSpPr>
            <a:spLocks noGrp="1"/>
          </p:cNvSpPr>
          <p:nvPr>
            <p:ph type="ctrTitle"/>
          </p:nvPr>
        </p:nvSpPr>
        <p:spPr>
          <a:xfrm>
            <a:off x="1524000" y="2286000"/>
            <a:ext cx="9144000" cy="2286000"/>
          </a:xfrm>
        </p:spPr>
        <p:txBody>
          <a:bodyPr/>
          <a:lstStyle/>
          <a:p>
            <a:r>
              <a:rPr lang="en-US" dirty="0" err="1"/>
              <a:t>Đồ</a:t>
            </a:r>
            <a:r>
              <a:rPr lang="en-US" dirty="0"/>
              <a:t> </a:t>
            </a:r>
            <a:r>
              <a:rPr lang="en-US" dirty="0" err="1"/>
              <a:t>thị</a:t>
            </a:r>
            <a:r>
              <a:rPr lang="en-US" dirty="0"/>
              <a:t> Hamilton </a:t>
            </a:r>
            <a:r>
              <a:rPr lang="en-US" dirty="0" err="1"/>
              <a:t>và</a:t>
            </a:r>
            <a:r>
              <a:rPr lang="en-US" dirty="0"/>
              <a:t> </a:t>
            </a:r>
            <a:r>
              <a:rPr lang="en-US" dirty="0" err="1"/>
              <a:t>ứng</a:t>
            </a:r>
            <a:r>
              <a:rPr lang="en-US" dirty="0"/>
              <a:t> </a:t>
            </a:r>
            <a:r>
              <a:rPr lang="en-US" dirty="0" err="1"/>
              <a:t>dụng</a:t>
            </a:r>
            <a:r>
              <a:rPr lang="en-US" dirty="0"/>
              <a:t> </a:t>
            </a:r>
            <a:r>
              <a:rPr lang="en-US" dirty="0" err="1"/>
              <a:t>bài</a:t>
            </a:r>
            <a:r>
              <a:rPr lang="en-US" dirty="0"/>
              <a:t> </a:t>
            </a:r>
            <a:r>
              <a:rPr lang="en-US" dirty="0" err="1"/>
              <a:t>toán</a:t>
            </a:r>
            <a:r>
              <a:rPr lang="en-US" dirty="0"/>
              <a:t> </a:t>
            </a:r>
            <a:r>
              <a:rPr lang="en-US" dirty="0" err="1"/>
              <a:t>mã</a:t>
            </a:r>
            <a:r>
              <a:rPr lang="en-US" dirty="0"/>
              <a:t> </a:t>
            </a:r>
            <a:r>
              <a:rPr lang="en-US" dirty="0" err="1"/>
              <a:t>đi</a:t>
            </a:r>
            <a:r>
              <a:rPr lang="en-US" dirty="0"/>
              <a:t> </a:t>
            </a:r>
            <a:r>
              <a:rPr lang="en-US" dirty="0" err="1"/>
              <a:t>tuần</a:t>
            </a:r>
            <a:endParaRPr lang="en-US" dirty="0"/>
          </a:p>
        </p:txBody>
      </p:sp>
    </p:spTree>
    <p:extLst>
      <p:ext uri="{BB962C8B-B14F-4D97-AF65-F5344CB8AC3E}">
        <p14:creationId xmlns:p14="http://schemas.microsoft.com/office/powerpoint/2010/main" val="24451396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5B684-6373-3948-638A-04AFCBBBBE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CA6593-2607-B856-6CBB-166235D1906B}"/>
              </a:ext>
            </a:extLst>
          </p:cNvPr>
          <p:cNvSpPr>
            <a:spLocks noGrp="1"/>
          </p:cNvSpPr>
          <p:nvPr>
            <p:ph type="ctrTitle"/>
          </p:nvPr>
        </p:nvSpPr>
        <p:spPr>
          <a:xfrm>
            <a:off x="1117600" y="762000"/>
            <a:ext cx="5066250" cy="2900680"/>
          </a:xfrm>
          <a:noFill/>
        </p:spPr>
        <p:txBody>
          <a:bodyPr>
            <a:noAutofit/>
          </a:bodyPr>
          <a:lstStyle/>
          <a:p>
            <a:r>
              <a:rPr lang="en-US" b="1" dirty="0" err="1"/>
              <a:t>Giới</a:t>
            </a:r>
            <a:r>
              <a:rPr lang="en-US" b="1" dirty="0"/>
              <a:t> </a:t>
            </a:r>
            <a:r>
              <a:rPr lang="en-US" b="1" dirty="0" err="1"/>
              <a:t>Thiệu</a:t>
            </a:r>
            <a:r>
              <a:rPr lang="en-US" b="1" dirty="0"/>
              <a:t> </a:t>
            </a:r>
            <a:r>
              <a:rPr lang="en-US" b="1" dirty="0" err="1"/>
              <a:t>Về</a:t>
            </a:r>
            <a:r>
              <a:rPr lang="en-US" b="1" dirty="0"/>
              <a:t> </a:t>
            </a:r>
            <a:r>
              <a:rPr lang="vi-VN" b="1" dirty="0"/>
              <a:t>ĐỒ THỊ HAMILTON</a:t>
            </a:r>
            <a:endParaRPr lang="en-US" b="1" dirty="0"/>
          </a:p>
        </p:txBody>
      </p:sp>
      <p:pic>
        <p:nvPicPr>
          <p:cNvPr id="91" name="Picture Placeholder 90" descr="A person sitting at a table with her fingers up">
            <a:extLst>
              <a:ext uri="{FF2B5EF4-FFF2-40B4-BE49-F238E27FC236}">
                <a16:creationId xmlns:a16="http://schemas.microsoft.com/office/drawing/2014/main" id="{383FB754-4F2F-54D2-00B6-E95C9C7B047C}"/>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l="451" r="451"/>
          <a:stretch/>
        </p:blipFill>
        <p:spPr>
          <a:xfrm flipH="1">
            <a:off x="6086167" y="-22225"/>
            <a:ext cx="6080760" cy="6902450"/>
          </a:xfrm>
        </p:spPr>
      </p:pic>
    </p:spTree>
    <p:extLst>
      <p:ext uri="{BB962C8B-B14F-4D97-AF65-F5344CB8AC3E}">
        <p14:creationId xmlns:p14="http://schemas.microsoft.com/office/powerpoint/2010/main" val="26224767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08358D-E1DE-9551-754E-E59B412515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1FEB6B-2A33-0A4C-14C0-5852C5FCE604}"/>
              </a:ext>
            </a:extLst>
          </p:cNvPr>
          <p:cNvSpPr>
            <a:spLocks noGrp="1"/>
          </p:cNvSpPr>
          <p:nvPr>
            <p:ph type="title"/>
          </p:nvPr>
        </p:nvSpPr>
        <p:spPr>
          <a:xfrm>
            <a:off x="5242425" y="466344"/>
            <a:ext cx="6241651" cy="1710354"/>
          </a:xfrm>
          <a:noFill/>
        </p:spPr>
        <p:txBody>
          <a:bodyPr anchor="ctr"/>
          <a:lstStyle/>
          <a:p>
            <a:r>
              <a:rPr lang="en-US" sz="2800" dirty="0"/>
              <a:t>Định </a:t>
            </a:r>
            <a:r>
              <a:rPr lang="en-US" sz="2800" dirty="0" err="1"/>
              <a:t>nghĩa</a:t>
            </a:r>
            <a:r>
              <a:rPr lang="en-US" sz="2800" dirty="0"/>
              <a:t> </a:t>
            </a:r>
            <a:r>
              <a:rPr lang="vi-VN" sz="2800" dirty="0"/>
              <a:t>ĐƯỜNG ĐI HAMILTON VÀ ĐỒ THỊ HAMILTON</a:t>
            </a:r>
            <a:endParaRPr lang="en-US" sz="2800" dirty="0"/>
          </a:p>
        </p:txBody>
      </p:sp>
      <p:pic>
        <p:nvPicPr>
          <p:cNvPr id="20" name="Picture Placeholder 7" descr="A person talking to another person">
            <a:extLst>
              <a:ext uri="{FF2B5EF4-FFF2-40B4-BE49-F238E27FC236}">
                <a16:creationId xmlns:a16="http://schemas.microsoft.com/office/drawing/2014/main" id="{F2574763-1908-258E-2518-18D0D87172F2}"/>
              </a:ext>
            </a:extLst>
          </p:cNvPr>
          <p:cNvPicPr>
            <a:picLocks noGrp="1" noChangeAspect="1"/>
          </p:cNvPicPr>
          <p:nvPr>
            <p:ph type="pic" sz="quarter" idx="10"/>
          </p:nvPr>
        </p:nvPicPr>
        <p:blipFill rotWithShape="1">
          <a:blip r:embed="rId3" cstate="print">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rcRect l="10437" r="10437"/>
          <a:stretch/>
        </p:blipFill>
        <p:spPr>
          <a:xfrm>
            <a:off x="0" y="0"/>
            <a:ext cx="4287838" cy="6858000"/>
          </a:xfrm>
        </p:spPr>
      </p:pic>
      <p:sp>
        <p:nvSpPr>
          <p:cNvPr id="3" name="Content Placeholder 2">
            <a:extLst>
              <a:ext uri="{FF2B5EF4-FFF2-40B4-BE49-F238E27FC236}">
                <a16:creationId xmlns:a16="http://schemas.microsoft.com/office/drawing/2014/main" id="{976F9F04-62A6-0417-81DD-E5F77D28403A}"/>
              </a:ext>
            </a:extLst>
          </p:cNvPr>
          <p:cNvSpPr>
            <a:spLocks noGrp="1"/>
          </p:cNvSpPr>
          <p:nvPr>
            <p:ph idx="1"/>
          </p:nvPr>
        </p:nvSpPr>
        <p:spPr>
          <a:xfrm>
            <a:off x="5242426" y="2286000"/>
            <a:ext cx="6241650" cy="3474720"/>
          </a:xfrm>
          <a:noFill/>
        </p:spPr>
        <p:txBody>
          <a:bodyPr vert="horz" lIns="91440" tIns="45720" rIns="91440" bIns="45720" rtlCol="0" anchor="t">
            <a:normAutofit/>
          </a:bodyPr>
          <a:lstStyle/>
          <a:p>
            <a:r>
              <a:rPr lang="en-US" sz="2300" b="1" dirty="0" err="1"/>
              <a:t>Đường</a:t>
            </a:r>
            <a:r>
              <a:rPr lang="en-US" sz="2300" b="1" dirty="0"/>
              <a:t> </a:t>
            </a:r>
            <a:r>
              <a:rPr lang="en-US" sz="2300" b="1" dirty="0" err="1"/>
              <a:t>đi</a:t>
            </a:r>
            <a:r>
              <a:rPr lang="en-US" sz="2300" b="1" dirty="0"/>
              <a:t> Hamilton</a:t>
            </a:r>
            <a:r>
              <a:rPr lang="en-US" sz="2300" dirty="0"/>
              <a:t> </a:t>
            </a:r>
            <a:r>
              <a:rPr lang="en-US" sz="2300" dirty="0" err="1"/>
              <a:t>có</a:t>
            </a:r>
            <a:r>
              <a:rPr lang="en-US" sz="2300" dirty="0"/>
              <a:t> </a:t>
            </a:r>
            <a:r>
              <a:rPr lang="en-US" sz="2300" dirty="0" err="1"/>
              <a:t>nguồn</a:t>
            </a:r>
            <a:r>
              <a:rPr lang="en-US" sz="2300" dirty="0"/>
              <a:t> </a:t>
            </a:r>
            <a:r>
              <a:rPr lang="en-US" sz="2300" dirty="0" err="1"/>
              <a:t>gốc</a:t>
            </a:r>
            <a:r>
              <a:rPr lang="en-US" sz="2300" dirty="0"/>
              <a:t> </a:t>
            </a:r>
            <a:r>
              <a:rPr lang="en-US" sz="2300" dirty="0" err="1"/>
              <a:t>từ</a:t>
            </a:r>
            <a:r>
              <a:rPr lang="en-US" sz="2300" dirty="0"/>
              <a:t> </a:t>
            </a:r>
            <a:r>
              <a:rPr lang="en-US" sz="2300" dirty="0" err="1"/>
              <a:t>bài</a:t>
            </a:r>
            <a:r>
              <a:rPr lang="en-US" sz="2300" dirty="0"/>
              <a:t> </a:t>
            </a:r>
            <a:r>
              <a:rPr lang="en-US" sz="2300" dirty="0" err="1"/>
              <a:t>toán</a:t>
            </a:r>
            <a:r>
              <a:rPr lang="en-US" sz="2300" dirty="0"/>
              <a:t>: "</a:t>
            </a:r>
            <a:r>
              <a:rPr lang="en-US" sz="2300" dirty="0" err="1"/>
              <a:t>Xuất</a:t>
            </a:r>
            <a:r>
              <a:rPr lang="en-US" sz="2300" dirty="0"/>
              <a:t> </a:t>
            </a:r>
            <a:r>
              <a:rPr lang="en-US" sz="2300" dirty="0" err="1"/>
              <a:t>phát</a:t>
            </a:r>
            <a:r>
              <a:rPr lang="en-US" sz="2300" dirty="0"/>
              <a:t> </a:t>
            </a:r>
            <a:r>
              <a:rPr lang="en-US" sz="2300" dirty="0" err="1"/>
              <a:t>từ</a:t>
            </a:r>
            <a:r>
              <a:rPr lang="en-US" sz="2300" dirty="0"/>
              <a:t> </a:t>
            </a:r>
            <a:r>
              <a:rPr lang="en-US" sz="2300" dirty="0" err="1"/>
              <a:t>một</a:t>
            </a:r>
            <a:r>
              <a:rPr lang="en-US" sz="2300" dirty="0"/>
              <a:t> </a:t>
            </a:r>
            <a:r>
              <a:rPr lang="en-US" sz="2300" dirty="0" err="1"/>
              <a:t>đỉnh</a:t>
            </a:r>
            <a:r>
              <a:rPr lang="en-US" sz="2300" dirty="0"/>
              <a:t> </a:t>
            </a:r>
            <a:r>
              <a:rPr lang="en-US" sz="2300" dirty="0" err="1"/>
              <a:t>của</a:t>
            </a:r>
            <a:r>
              <a:rPr lang="en-US" sz="2300" dirty="0"/>
              <a:t> </a:t>
            </a:r>
            <a:r>
              <a:rPr lang="en-US" sz="2300" u="sng" dirty="0" err="1">
                <a:hlinkClick r:id="rId5" tooltip="Khối thập nhị diện đều (trang không tồn tại)"/>
              </a:rPr>
              <a:t>khối</a:t>
            </a:r>
            <a:r>
              <a:rPr lang="en-US" sz="2300" u="sng" dirty="0">
                <a:hlinkClick r:id="rId5" tooltip="Khối thập nhị diện đều (trang không tồn tại)"/>
              </a:rPr>
              <a:t> </a:t>
            </a:r>
            <a:r>
              <a:rPr lang="en-US" sz="2300" u="sng" dirty="0" err="1">
                <a:hlinkClick r:id="rId5" tooltip="Khối thập nhị diện đều (trang không tồn tại)"/>
              </a:rPr>
              <a:t>thập</a:t>
            </a:r>
            <a:r>
              <a:rPr lang="en-US" sz="2300" u="sng" dirty="0">
                <a:hlinkClick r:id="rId5" tooltip="Khối thập nhị diện đều (trang không tồn tại)"/>
              </a:rPr>
              <a:t> </a:t>
            </a:r>
            <a:r>
              <a:rPr lang="en-US" sz="2300" u="sng" dirty="0" err="1">
                <a:hlinkClick r:id="rId5" tooltip="Khối thập nhị diện đều (trang không tồn tại)"/>
              </a:rPr>
              <a:t>nhị</a:t>
            </a:r>
            <a:r>
              <a:rPr lang="en-US" sz="2300" u="sng" dirty="0">
                <a:hlinkClick r:id="rId5" tooltip="Khối thập nhị diện đều (trang không tồn tại)"/>
              </a:rPr>
              <a:t> </a:t>
            </a:r>
            <a:r>
              <a:rPr lang="en-US" sz="2300" u="sng" dirty="0" err="1">
                <a:hlinkClick r:id="rId5" tooltip="Khối thập nhị diện đều (trang không tồn tại)"/>
              </a:rPr>
              <a:t>diện</a:t>
            </a:r>
            <a:r>
              <a:rPr lang="en-US" sz="2300" u="sng" dirty="0">
                <a:hlinkClick r:id="rId5" tooltip="Khối thập nhị diện đều (trang không tồn tại)"/>
              </a:rPr>
              <a:t> </a:t>
            </a:r>
            <a:r>
              <a:rPr lang="en-US" sz="2300" u="sng" dirty="0" err="1">
                <a:hlinkClick r:id="rId5" tooltip="Khối thập nhị diện đều (trang không tồn tại)"/>
              </a:rPr>
              <a:t>đều</a:t>
            </a:r>
            <a:r>
              <a:rPr lang="en-US" sz="2300" dirty="0"/>
              <a:t> </a:t>
            </a:r>
            <a:r>
              <a:rPr lang="en-US" sz="2300" dirty="0" err="1"/>
              <a:t>hãy</a:t>
            </a:r>
            <a:r>
              <a:rPr lang="en-US" sz="2300" dirty="0"/>
              <a:t> </a:t>
            </a:r>
            <a:r>
              <a:rPr lang="en-US" sz="2300" dirty="0" err="1"/>
              <a:t>đi</a:t>
            </a:r>
            <a:r>
              <a:rPr lang="en-US" sz="2300" dirty="0"/>
              <a:t> </a:t>
            </a:r>
            <a:r>
              <a:rPr lang="en-US" sz="2300" dirty="0" err="1"/>
              <a:t>dọc</a:t>
            </a:r>
            <a:r>
              <a:rPr lang="en-US" sz="2300" dirty="0"/>
              <a:t> </a:t>
            </a:r>
            <a:r>
              <a:rPr lang="en-US" sz="2300" dirty="0" err="1"/>
              <a:t>theo</a:t>
            </a:r>
            <a:r>
              <a:rPr lang="en-US" sz="2300" dirty="0"/>
              <a:t> </a:t>
            </a:r>
            <a:r>
              <a:rPr lang="en-US" sz="2300" dirty="0" err="1"/>
              <a:t>các</a:t>
            </a:r>
            <a:r>
              <a:rPr lang="en-US" sz="2300" dirty="0"/>
              <a:t> </a:t>
            </a:r>
            <a:r>
              <a:rPr lang="en-US" sz="2300" dirty="0" err="1"/>
              <a:t>cạnh</a:t>
            </a:r>
            <a:r>
              <a:rPr lang="en-US" sz="2300" dirty="0"/>
              <a:t> </a:t>
            </a:r>
            <a:r>
              <a:rPr lang="en-US" sz="2300" dirty="0" err="1"/>
              <a:t>của</a:t>
            </a:r>
            <a:r>
              <a:rPr lang="en-US" sz="2300" dirty="0"/>
              <a:t> </a:t>
            </a:r>
            <a:r>
              <a:rPr lang="en-US" sz="2300" dirty="0" err="1"/>
              <a:t>khối</a:t>
            </a:r>
            <a:r>
              <a:rPr lang="en-US" sz="2300" dirty="0"/>
              <a:t> </a:t>
            </a:r>
            <a:r>
              <a:rPr lang="en-US" sz="2300" dirty="0" err="1"/>
              <a:t>đó</a:t>
            </a:r>
            <a:r>
              <a:rPr lang="en-US" sz="2300" dirty="0"/>
              <a:t> </a:t>
            </a:r>
            <a:r>
              <a:rPr lang="en-US" sz="2300" dirty="0" err="1"/>
              <a:t>sao</a:t>
            </a:r>
            <a:r>
              <a:rPr lang="en-US" sz="2300" dirty="0"/>
              <a:t> </a:t>
            </a:r>
            <a:r>
              <a:rPr lang="en-US" sz="2300" dirty="0" err="1"/>
              <a:t>cho</a:t>
            </a:r>
            <a:r>
              <a:rPr lang="en-US" sz="2300" dirty="0"/>
              <a:t> </a:t>
            </a:r>
            <a:r>
              <a:rPr lang="en-US" sz="2300" dirty="0" err="1"/>
              <a:t>đi</a:t>
            </a:r>
            <a:r>
              <a:rPr lang="en-US" sz="2300" dirty="0"/>
              <a:t> qua </a:t>
            </a:r>
            <a:r>
              <a:rPr lang="en-US" sz="2300" dirty="0" err="1"/>
              <a:t>tất</a:t>
            </a:r>
            <a:r>
              <a:rPr lang="en-US" sz="2300" dirty="0"/>
              <a:t> </a:t>
            </a:r>
            <a:r>
              <a:rPr lang="en-US" sz="2300" dirty="0" err="1"/>
              <a:t>cả</a:t>
            </a:r>
            <a:r>
              <a:rPr lang="en-US" sz="2300" dirty="0"/>
              <a:t> </a:t>
            </a:r>
            <a:r>
              <a:rPr lang="en-US" sz="2300" dirty="0" err="1"/>
              <a:t>các</a:t>
            </a:r>
            <a:r>
              <a:rPr lang="en-US" sz="2300" dirty="0"/>
              <a:t> </a:t>
            </a:r>
            <a:r>
              <a:rPr lang="en-US" sz="2300" dirty="0" err="1"/>
              <a:t>đỉnh</a:t>
            </a:r>
            <a:r>
              <a:rPr lang="en-US" sz="2300" dirty="0"/>
              <a:t> </a:t>
            </a:r>
            <a:r>
              <a:rPr lang="en-US" sz="2300" dirty="0" err="1"/>
              <a:t>khác</a:t>
            </a:r>
            <a:r>
              <a:rPr lang="en-US" sz="2300" dirty="0"/>
              <a:t>, </a:t>
            </a:r>
            <a:r>
              <a:rPr lang="en-US" sz="2300" dirty="0" err="1"/>
              <a:t>mỗi</a:t>
            </a:r>
            <a:r>
              <a:rPr lang="en-US" sz="2300" dirty="0"/>
              <a:t> </a:t>
            </a:r>
            <a:r>
              <a:rPr lang="en-US" sz="2300" dirty="0" err="1"/>
              <a:t>đỉnh</a:t>
            </a:r>
            <a:r>
              <a:rPr lang="en-US" sz="2300" dirty="0"/>
              <a:t> </a:t>
            </a:r>
            <a:r>
              <a:rPr lang="en-US" sz="2300" dirty="0" err="1"/>
              <a:t>đúng</a:t>
            </a:r>
            <a:r>
              <a:rPr lang="en-US" sz="2300" dirty="0"/>
              <a:t> </a:t>
            </a:r>
            <a:r>
              <a:rPr lang="en-US" sz="2300" dirty="0" err="1"/>
              <a:t>một</a:t>
            </a:r>
            <a:r>
              <a:rPr lang="en-US" sz="2300" dirty="0"/>
              <a:t> </a:t>
            </a:r>
            <a:r>
              <a:rPr lang="en-US" sz="2300" dirty="0" err="1"/>
              <a:t>lần</a:t>
            </a:r>
            <a:r>
              <a:rPr lang="en-US" sz="2300" dirty="0"/>
              <a:t> </a:t>
            </a:r>
            <a:r>
              <a:rPr lang="en-US" sz="2300" dirty="0" err="1"/>
              <a:t>sau</a:t>
            </a:r>
            <a:r>
              <a:rPr lang="en-US" sz="2300" dirty="0"/>
              <a:t> </a:t>
            </a:r>
            <a:r>
              <a:rPr lang="en-US" sz="2300" dirty="0" err="1"/>
              <a:t>đó</a:t>
            </a:r>
            <a:r>
              <a:rPr lang="en-US" sz="2300" dirty="0"/>
              <a:t> quay </a:t>
            </a:r>
            <a:r>
              <a:rPr lang="en-US" sz="2300" dirty="0" err="1"/>
              <a:t>về</a:t>
            </a:r>
            <a:r>
              <a:rPr lang="en-US" sz="2300" dirty="0"/>
              <a:t> </a:t>
            </a:r>
            <a:r>
              <a:rPr lang="en-US" sz="2300" dirty="0" err="1"/>
              <a:t>đỉnh</a:t>
            </a:r>
            <a:r>
              <a:rPr lang="en-US" sz="2300" dirty="0"/>
              <a:t> </a:t>
            </a:r>
            <a:r>
              <a:rPr lang="en-US" sz="2300" dirty="0" err="1"/>
              <a:t>xuất</a:t>
            </a:r>
            <a:r>
              <a:rPr lang="en-US" sz="2300" dirty="0"/>
              <a:t> </a:t>
            </a:r>
            <a:r>
              <a:rPr lang="en-US" sz="2300" dirty="0" err="1"/>
              <a:t>phát</a:t>
            </a:r>
            <a:r>
              <a:rPr lang="en-US" sz="2300" dirty="0"/>
              <a:t>." </a:t>
            </a:r>
            <a:r>
              <a:rPr lang="en-US" sz="2300" dirty="0" err="1"/>
              <a:t>là</a:t>
            </a:r>
            <a:r>
              <a:rPr lang="en-US" sz="2300" dirty="0"/>
              <a:t> </a:t>
            </a:r>
            <a:r>
              <a:rPr lang="en-US" sz="2300" dirty="0" err="1"/>
              <a:t>gọi</a:t>
            </a:r>
            <a:r>
              <a:rPr lang="en-US" sz="2300" dirty="0"/>
              <a:t> </a:t>
            </a:r>
            <a:r>
              <a:rPr lang="en-US" sz="2300" dirty="0" err="1"/>
              <a:t>theo</a:t>
            </a:r>
            <a:r>
              <a:rPr lang="en-US" sz="2300" dirty="0"/>
              <a:t> </a:t>
            </a:r>
            <a:r>
              <a:rPr lang="en-US" sz="2300" dirty="0" err="1"/>
              <a:t>tên</a:t>
            </a:r>
            <a:r>
              <a:rPr lang="en-US" sz="2300" dirty="0"/>
              <a:t> </a:t>
            </a:r>
            <a:r>
              <a:rPr lang="en-US" sz="2300" dirty="0" err="1"/>
              <a:t>của</a:t>
            </a:r>
            <a:r>
              <a:rPr lang="en-US" sz="2300" dirty="0"/>
              <a:t> </a:t>
            </a:r>
            <a:r>
              <a:rPr lang="en-US" sz="2300" u="sng" dirty="0">
                <a:hlinkClick r:id="rId6" tooltip="William Rowan Hamilton"/>
              </a:rPr>
              <a:t>William Rowan Hamilton</a:t>
            </a:r>
            <a:r>
              <a:rPr lang="en-US" sz="2300" dirty="0"/>
              <a:t> </a:t>
            </a:r>
            <a:r>
              <a:rPr lang="en-US" sz="2300" dirty="0" err="1"/>
              <a:t>phát</a:t>
            </a:r>
            <a:r>
              <a:rPr lang="en-US" sz="2300" dirty="0"/>
              <a:t> </a:t>
            </a:r>
            <a:r>
              <a:rPr lang="en-US" sz="2300" dirty="0" err="1"/>
              <a:t>biểu</a:t>
            </a:r>
            <a:r>
              <a:rPr lang="en-US" sz="2300" dirty="0"/>
              <a:t> </a:t>
            </a:r>
            <a:r>
              <a:rPr lang="en-US" sz="2300" dirty="0" err="1"/>
              <a:t>vào</a:t>
            </a:r>
            <a:r>
              <a:rPr lang="en-US" sz="2300" dirty="0"/>
              <a:t> </a:t>
            </a:r>
            <a:r>
              <a:rPr lang="en-US" sz="2300" dirty="0" err="1"/>
              <a:t>năm</a:t>
            </a:r>
            <a:r>
              <a:rPr lang="en-US" sz="2300" dirty="0"/>
              <a:t> 1859.</a:t>
            </a:r>
          </a:p>
          <a:p>
            <a:r>
              <a:rPr lang="en-US" sz="2300" dirty="0" err="1"/>
              <a:t>Phát</a:t>
            </a:r>
            <a:r>
              <a:rPr lang="en-US" sz="2300" dirty="0"/>
              <a:t> </a:t>
            </a:r>
            <a:r>
              <a:rPr lang="en-US" sz="2300" b="1" dirty="0" err="1"/>
              <a:t>Đồ</a:t>
            </a:r>
            <a:r>
              <a:rPr lang="en-US" sz="2300" b="1" dirty="0"/>
              <a:t> </a:t>
            </a:r>
            <a:r>
              <a:rPr lang="en-US" sz="2300" b="1" dirty="0" err="1"/>
              <a:t>thị</a:t>
            </a:r>
            <a:r>
              <a:rPr lang="en-US" sz="2300" b="1" dirty="0"/>
              <a:t> Hamilton</a:t>
            </a:r>
            <a:r>
              <a:rPr lang="en-US" sz="2300" dirty="0"/>
              <a:t> </a:t>
            </a:r>
            <a:r>
              <a:rPr lang="en-US" sz="2300" dirty="0" err="1"/>
              <a:t>là</a:t>
            </a:r>
            <a:r>
              <a:rPr lang="en-US" sz="2300" dirty="0"/>
              <a:t> </a:t>
            </a:r>
            <a:r>
              <a:rPr lang="en-US" sz="2300" dirty="0" err="1"/>
              <a:t>đồ</a:t>
            </a:r>
            <a:r>
              <a:rPr lang="en-US" sz="2300" dirty="0"/>
              <a:t> </a:t>
            </a:r>
            <a:r>
              <a:rPr lang="en-US" sz="2300" dirty="0" err="1"/>
              <a:t>thị</a:t>
            </a:r>
            <a:r>
              <a:rPr lang="en-US" sz="2300" dirty="0"/>
              <a:t> </a:t>
            </a:r>
            <a:r>
              <a:rPr lang="en-US" sz="2300" dirty="0" err="1"/>
              <a:t>có</a:t>
            </a:r>
            <a:r>
              <a:rPr lang="en-US" sz="2300" dirty="0"/>
              <a:t> </a:t>
            </a:r>
            <a:r>
              <a:rPr lang="en-US" sz="2300" dirty="0" err="1"/>
              <a:t>chứa</a:t>
            </a:r>
            <a:r>
              <a:rPr lang="en-US" sz="2300" dirty="0"/>
              <a:t> </a:t>
            </a:r>
            <a:r>
              <a:rPr lang="en-US" sz="2300" dirty="0" err="1"/>
              <a:t>ít</a:t>
            </a:r>
            <a:r>
              <a:rPr lang="en-US" sz="2300" dirty="0"/>
              <a:t> </a:t>
            </a:r>
            <a:r>
              <a:rPr lang="en-US" sz="2300" dirty="0" err="1"/>
              <a:t>nhất</a:t>
            </a:r>
            <a:r>
              <a:rPr lang="en-US" sz="2300" dirty="0"/>
              <a:t> </a:t>
            </a:r>
            <a:r>
              <a:rPr lang="en-US" sz="2300" dirty="0" err="1"/>
              <a:t>hai</a:t>
            </a:r>
            <a:r>
              <a:rPr lang="en-US" sz="2300" dirty="0"/>
              <a:t> </a:t>
            </a:r>
            <a:r>
              <a:rPr lang="en-US" sz="2300" dirty="0" err="1"/>
              <a:t>đỉnh</a:t>
            </a:r>
            <a:r>
              <a:rPr lang="en-US" sz="2300" dirty="0"/>
              <a:t> </a:t>
            </a:r>
            <a:r>
              <a:rPr lang="en-US" sz="2300" dirty="0" err="1"/>
              <a:t>là</a:t>
            </a:r>
            <a:r>
              <a:rPr lang="en-US" sz="2300" dirty="0"/>
              <a:t> chu </a:t>
            </a:r>
            <a:r>
              <a:rPr lang="en-US" sz="2300" dirty="0" err="1"/>
              <a:t>trình</a:t>
            </a:r>
            <a:r>
              <a:rPr lang="en-US" sz="2300" dirty="0"/>
              <a:t> </a:t>
            </a:r>
            <a:r>
              <a:rPr lang="en-US" sz="2300" dirty="0" err="1"/>
              <a:t>và</a:t>
            </a:r>
            <a:r>
              <a:rPr lang="en-US" sz="2300" dirty="0"/>
              <a:t> </a:t>
            </a:r>
            <a:r>
              <a:rPr lang="en-US" sz="2300" dirty="0" err="1"/>
              <a:t>đường</a:t>
            </a:r>
            <a:r>
              <a:rPr lang="en-US" sz="2300" dirty="0"/>
              <a:t> </a:t>
            </a:r>
            <a:r>
              <a:rPr lang="en-US" sz="2300" dirty="0" err="1"/>
              <a:t>đi</a:t>
            </a:r>
            <a:r>
              <a:rPr lang="en-US" sz="2300" dirty="0"/>
              <a:t> Hamilton).</a:t>
            </a:r>
          </a:p>
          <a:p>
            <a:endParaRPr lang="en-US" sz="2300" dirty="0"/>
          </a:p>
          <a:p>
            <a:endParaRPr lang="en-US" dirty="0"/>
          </a:p>
        </p:txBody>
      </p:sp>
    </p:spTree>
    <p:extLst>
      <p:ext uri="{BB962C8B-B14F-4D97-AF65-F5344CB8AC3E}">
        <p14:creationId xmlns:p14="http://schemas.microsoft.com/office/powerpoint/2010/main" val="40914958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36C03E-BAC0-C121-28CF-22DC56C4D3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DA1A5C-AFF6-A85A-17D9-34EAB2ACAD80}"/>
              </a:ext>
            </a:extLst>
          </p:cNvPr>
          <p:cNvSpPr>
            <a:spLocks noGrp="1"/>
          </p:cNvSpPr>
          <p:nvPr>
            <p:ph type="title"/>
          </p:nvPr>
        </p:nvSpPr>
        <p:spPr>
          <a:xfrm>
            <a:off x="838200" y="527946"/>
            <a:ext cx="10515600" cy="1325880"/>
          </a:xfrm>
          <a:noFill/>
        </p:spPr>
        <p:txBody>
          <a:bodyPr anchor="ctr"/>
          <a:lstStyle/>
          <a:p>
            <a:endParaRPr lang="en-US" sz="2800" dirty="0"/>
          </a:p>
        </p:txBody>
      </p:sp>
      <p:sp>
        <p:nvSpPr>
          <p:cNvPr id="5" name="Rectangle 4">
            <a:extLst>
              <a:ext uri="{FF2B5EF4-FFF2-40B4-BE49-F238E27FC236}">
                <a16:creationId xmlns:a16="http://schemas.microsoft.com/office/drawing/2014/main" id="{DB6B7740-3CCD-E1A5-787F-63E1C3BE23F4}"/>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8" name="Rectangle 3">
            <a:extLst>
              <a:ext uri="{FF2B5EF4-FFF2-40B4-BE49-F238E27FC236}">
                <a16:creationId xmlns:a16="http://schemas.microsoft.com/office/drawing/2014/main" id="{CDAD0BCE-C895-5BD8-9D26-2FC692748855}"/>
              </a:ext>
            </a:extLst>
          </p:cNvPr>
          <p:cNvSpPr>
            <a:spLocks noGrp="1" noChangeArrowheads="1"/>
          </p:cNvSpPr>
          <p:nvPr>
            <p:ph sz="quarter" idx="13"/>
          </p:nvPr>
        </p:nvSpPr>
        <p:spPr bwMode="auto">
          <a:xfrm>
            <a:off x="474407" y="1947312"/>
            <a:ext cx="10515600" cy="296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vi-VN" sz="2300" dirty="0"/>
              <a:t>Cho đồ thị G = (V,E), có n đỉnh</a:t>
            </a:r>
          </a:p>
          <a:p>
            <a:r>
              <a:rPr lang="vi-VN" sz="2300" b="1" dirty="0"/>
              <a:t>Đường đi</a:t>
            </a:r>
            <a:r>
              <a:rPr lang="vi-VN" sz="2300" dirty="0"/>
              <a:t> x</a:t>
            </a:r>
            <a:r>
              <a:rPr lang="vi-VN" sz="2300" baseline="-25000" dirty="0"/>
              <a:t>0</a:t>
            </a:r>
            <a:r>
              <a:rPr lang="vi-VN" sz="2300" dirty="0"/>
              <a:t>,x</a:t>
            </a:r>
            <a:r>
              <a:rPr lang="vi-VN" sz="2300" baseline="-25000" dirty="0"/>
              <a:t>1</a:t>
            </a:r>
            <a:r>
              <a:rPr lang="vi-VN" sz="2300" dirty="0"/>
              <a:t>,...,x</a:t>
            </a:r>
            <a:r>
              <a:rPr lang="vi-VN" sz="2300" baseline="-25000" dirty="0"/>
              <a:t>n-1</a:t>
            </a:r>
            <a:r>
              <a:rPr lang="vi-VN" sz="2300" dirty="0"/>
              <a:t>,x</a:t>
            </a:r>
            <a:r>
              <a:rPr lang="vi-VN" sz="2300" baseline="-25000" dirty="0"/>
              <a:t>n</a:t>
            </a:r>
            <a:r>
              <a:rPr lang="vi-VN" sz="2300" dirty="0"/>
              <a:t> là </a:t>
            </a:r>
            <a:r>
              <a:rPr lang="vi-VN" sz="2300" b="1" dirty="0"/>
              <a:t>đường đi Hamilton</a:t>
            </a:r>
            <a:r>
              <a:rPr lang="vi-VN" sz="2300" dirty="0"/>
              <a:t> nếu V = {x</a:t>
            </a:r>
            <a:r>
              <a:rPr lang="vi-VN" sz="2300" baseline="-25000" dirty="0"/>
              <a:t>0</a:t>
            </a:r>
            <a:r>
              <a:rPr lang="vi-VN" sz="2300" dirty="0"/>
              <a:t>,x</a:t>
            </a:r>
            <a:r>
              <a:rPr lang="vi-VN" sz="2300" baseline="-25000" dirty="0"/>
              <a:t>1</a:t>
            </a:r>
            <a:r>
              <a:rPr lang="vi-VN" sz="2300" dirty="0"/>
              <a:t>,...,x</a:t>
            </a:r>
            <a:r>
              <a:rPr lang="vi-VN" sz="2300" baseline="-25000" dirty="0"/>
              <a:t>n-1</a:t>
            </a:r>
            <a:r>
              <a:rPr lang="vi-VN" sz="2300" dirty="0"/>
              <a:t>,x</a:t>
            </a:r>
            <a:r>
              <a:rPr lang="vi-VN" sz="2300" baseline="-25000" dirty="0"/>
              <a:t>n</a:t>
            </a:r>
            <a:r>
              <a:rPr lang="vi-VN" sz="2300" dirty="0"/>
              <a:t>} x</a:t>
            </a:r>
            <a:r>
              <a:rPr lang="vi-VN" sz="2300" baseline="-25000" dirty="0"/>
              <a:t>i</a:t>
            </a:r>
            <a:r>
              <a:rPr lang="vi-VN" sz="2300" dirty="0"/>
              <a:t>!=x</a:t>
            </a:r>
            <a:r>
              <a:rPr lang="vi-VN" sz="2300" baseline="-25000" dirty="0"/>
              <a:t>j</a:t>
            </a:r>
            <a:r>
              <a:rPr lang="vi-VN" sz="2300" dirty="0"/>
              <a:t> , 0 ≤ i &lt; j ≤ n</a:t>
            </a:r>
          </a:p>
          <a:p>
            <a:r>
              <a:rPr lang="vi-VN" sz="2300" b="1" dirty="0"/>
              <a:t>Chu trình</a:t>
            </a:r>
            <a:r>
              <a:rPr lang="vi-VN" sz="2300" dirty="0"/>
              <a:t> x</a:t>
            </a:r>
            <a:r>
              <a:rPr lang="vi-VN" sz="2300" baseline="-25000" dirty="0"/>
              <a:t>0</a:t>
            </a:r>
            <a:r>
              <a:rPr lang="vi-VN" sz="2300" dirty="0"/>
              <a:t>,x</a:t>
            </a:r>
            <a:r>
              <a:rPr lang="vi-VN" sz="2300" baseline="-25000" dirty="0"/>
              <a:t>1</a:t>
            </a:r>
            <a:r>
              <a:rPr lang="vi-VN" sz="2300" dirty="0"/>
              <a:t>,...,x</a:t>
            </a:r>
          </a:p>
          <a:p>
            <a:r>
              <a:rPr lang="vi-VN" sz="2300" b="1" dirty="0"/>
              <a:t>Hamilton</a:t>
            </a:r>
          </a:p>
          <a:p>
            <a:r>
              <a:rPr lang="vi-VN" sz="2300" dirty="0"/>
              <a:t>t đỉnh, đi qua tất cả các đỉnh khác của đồ thị,</a:t>
            </a:r>
          </a:p>
          <a:p>
            <a:r>
              <a:rPr lang="vi-VN" sz="2300" dirty="0"/>
              <a:t>mỗi đỉnh đúng một lần và quay trở về nơi xuất phát.</a:t>
            </a:r>
          </a:p>
        </p:txBody>
      </p:sp>
    </p:spTree>
    <p:extLst>
      <p:ext uri="{BB962C8B-B14F-4D97-AF65-F5344CB8AC3E}">
        <p14:creationId xmlns:p14="http://schemas.microsoft.com/office/powerpoint/2010/main" val="5851905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84EB59-2191-FFA6-1DAE-4639B44DA9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986577-4544-CF76-CD06-C29E17CBC138}"/>
              </a:ext>
            </a:extLst>
          </p:cNvPr>
          <p:cNvSpPr>
            <a:spLocks noGrp="1"/>
          </p:cNvSpPr>
          <p:nvPr>
            <p:ph type="title"/>
          </p:nvPr>
        </p:nvSpPr>
        <p:spPr>
          <a:xfrm>
            <a:off x="838200" y="527946"/>
            <a:ext cx="10515600" cy="1325880"/>
          </a:xfrm>
          <a:noFill/>
        </p:spPr>
        <p:txBody>
          <a:bodyPr anchor="ctr"/>
          <a:lstStyle/>
          <a:p>
            <a:r>
              <a:rPr lang="en-US" dirty="0"/>
              <a:t>Định </a:t>
            </a:r>
            <a:r>
              <a:rPr lang="en-US" dirty="0" err="1"/>
              <a:t>lý</a:t>
            </a:r>
            <a:endParaRPr lang="en-US" sz="2800" dirty="0"/>
          </a:p>
        </p:txBody>
      </p:sp>
      <p:sp>
        <p:nvSpPr>
          <p:cNvPr id="5" name="Rectangle 4">
            <a:extLst>
              <a:ext uri="{FF2B5EF4-FFF2-40B4-BE49-F238E27FC236}">
                <a16:creationId xmlns:a16="http://schemas.microsoft.com/office/drawing/2014/main" id="{2064DCC9-D7DD-E485-B8C8-4F38C2700F04}"/>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8" name="Rectangle 3">
            <a:extLst>
              <a:ext uri="{FF2B5EF4-FFF2-40B4-BE49-F238E27FC236}">
                <a16:creationId xmlns:a16="http://schemas.microsoft.com/office/drawing/2014/main" id="{996334E1-D2C1-9F4F-BBBF-131B8060748B}"/>
              </a:ext>
            </a:extLst>
          </p:cNvPr>
          <p:cNvSpPr>
            <a:spLocks noGrp="1" noChangeArrowheads="1"/>
          </p:cNvSpPr>
          <p:nvPr>
            <p:ph sz="quarter" idx="13"/>
          </p:nvPr>
        </p:nvSpPr>
        <p:spPr bwMode="auto">
          <a:xfrm>
            <a:off x="474407" y="2317925"/>
            <a:ext cx="10515600" cy="2222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vi-VN" b="1" dirty="0"/>
              <a:t>Dirac</a:t>
            </a:r>
            <a:r>
              <a:rPr lang="vi-VN" dirty="0"/>
              <a:t> (1952) Xét G là đơn đồ thị vô hướng Hamilton nếu tổng các bậc của hai đỉnh không kề nhau đều bằng n hoặc lớn hơn.</a:t>
            </a:r>
          </a:p>
          <a:p>
            <a:r>
              <a:rPr lang="vi-VN" b="1" dirty="0"/>
              <a:t>Định lý Bondy-Chvátal</a:t>
            </a:r>
            <a:r>
              <a:rPr lang="vi-VN" dirty="0"/>
              <a:t>(1972) Một đồ thị là Hamilton nếu và chỉ nếu bao đóng của nó là Hamilton. Vì đồ thi đầy đủ là Hamilton, nên tất cả các đồ thị mà bao đóng đầy đủ là Hamilton.</a:t>
            </a:r>
          </a:p>
          <a:p>
            <a:r>
              <a:rPr lang="vi-VN" b="1" dirty="0"/>
              <a:t>Ghouila-Houiri</a:t>
            </a:r>
            <a:r>
              <a:rPr lang="vi-VN" dirty="0"/>
              <a:t> (1960) Một đồ thị liên thông mạnh với n đỉnh là đồ thị Hamilton nếu mọi đỉnh có bậc ≥ n</a:t>
            </a:r>
          </a:p>
          <a:p>
            <a:r>
              <a:rPr lang="vi-VN" b="1" dirty="0"/>
              <a:t>Meyniel</a:t>
            </a:r>
            <a:r>
              <a:rPr lang="vi-VN" dirty="0"/>
              <a:t>(1973) Một đồ thị liên thông mạnh với n đỉnh là đồ thị Hamilton nếu d(x)+d(y) ≥ 2n-1 với mọi cặp đỉnh x,y không kề nhau</a:t>
            </a:r>
          </a:p>
        </p:txBody>
      </p:sp>
    </p:spTree>
    <p:extLst>
      <p:ext uri="{BB962C8B-B14F-4D97-AF65-F5344CB8AC3E}">
        <p14:creationId xmlns:p14="http://schemas.microsoft.com/office/powerpoint/2010/main" val="11588187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7B630C-0214-6070-E9E5-080BC39397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045F59-3929-F009-2681-57FD5A4DC49A}"/>
              </a:ext>
            </a:extLst>
          </p:cNvPr>
          <p:cNvSpPr>
            <a:spLocks noGrp="1"/>
          </p:cNvSpPr>
          <p:nvPr>
            <p:ph type="title"/>
          </p:nvPr>
        </p:nvSpPr>
        <p:spPr>
          <a:xfrm>
            <a:off x="562897" y="0"/>
            <a:ext cx="10515600" cy="1325880"/>
          </a:xfrm>
          <a:noFill/>
        </p:spPr>
        <p:txBody>
          <a:bodyPr anchor="ctr"/>
          <a:lstStyle/>
          <a:p>
            <a:r>
              <a:rPr lang="en-US" dirty="0"/>
              <a:t>Quy </a:t>
            </a:r>
            <a:r>
              <a:rPr lang="en-US" dirty="0" err="1"/>
              <a:t>tắc</a:t>
            </a:r>
            <a:r>
              <a:rPr lang="en-US" dirty="0"/>
              <a:t> </a:t>
            </a:r>
            <a:r>
              <a:rPr lang="en-US" dirty="0" err="1"/>
              <a:t>để</a:t>
            </a:r>
            <a:r>
              <a:rPr lang="en-US" dirty="0"/>
              <a:t> </a:t>
            </a:r>
            <a:r>
              <a:rPr lang="en-US" dirty="0" err="1"/>
              <a:t>tìm</a:t>
            </a:r>
            <a:r>
              <a:rPr lang="en-US" dirty="0"/>
              <a:t> chu </a:t>
            </a:r>
            <a:r>
              <a:rPr lang="en-US" dirty="0" err="1"/>
              <a:t>trình</a:t>
            </a:r>
            <a:r>
              <a:rPr lang="en-US" dirty="0"/>
              <a:t> Hamilton</a:t>
            </a:r>
            <a:endParaRPr lang="en-US" sz="2800" dirty="0"/>
          </a:p>
        </p:txBody>
      </p:sp>
      <p:sp>
        <p:nvSpPr>
          <p:cNvPr id="5" name="Rectangle 4">
            <a:extLst>
              <a:ext uri="{FF2B5EF4-FFF2-40B4-BE49-F238E27FC236}">
                <a16:creationId xmlns:a16="http://schemas.microsoft.com/office/drawing/2014/main" id="{5231F7E1-136D-526A-B2E6-3336EF6FC021}"/>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8" name="Rectangle 3">
            <a:extLst>
              <a:ext uri="{FF2B5EF4-FFF2-40B4-BE49-F238E27FC236}">
                <a16:creationId xmlns:a16="http://schemas.microsoft.com/office/drawing/2014/main" id="{453A4BFC-43F3-581F-F0D8-BBA9C2C4DA7F}"/>
              </a:ext>
            </a:extLst>
          </p:cNvPr>
          <p:cNvSpPr>
            <a:spLocks noGrp="1" noChangeArrowheads="1"/>
          </p:cNvSpPr>
          <p:nvPr>
            <p:ph sz="quarter" idx="13"/>
          </p:nvPr>
        </p:nvSpPr>
        <p:spPr bwMode="auto">
          <a:xfrm>
            <a:off x="415413" y="1325880"/>
            <a:ext cx="10515600" cy="2131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vi-VN" sz="2300" dirty="0"/>
              <a:t>Hiện nay, dù </a:t>
            </a:r>
            <a:r>
              <a:rPr lang="vi-VN" sz="2300" b="1" dirty="0"/>
              <a:t>chưa tìm ra</a:t>
            </a:r>
            <a:r>
              <a:rPr lang="vi-VN" sz="2300" dirty="0"/>
              <a:t> thuật toán tổng quát, nhưng có một số quy tắc khá tốt để sử dụng trong quá trình tìm </a:t>
            </a:r>
            <a:r>
              <a:rPr lang="vi-VN" sz="2300" b="1" dirty="0"/>
              <a:t>chu trình Hamilton</a:t>
            </a:r>
            <a:r>
              <a:rPr lang="vi-VN" sz="2300" dirty="0"/>
              <a:t> trong đồ thị. Những quy tắc này có thể phối hợp với nhận xét về các tính chất </a:t>
            </a:r>
            <a:r>
              <a:rPr lang="vi-VN" sz="2300" dirty="0">
                <a:hlinkClick r:id="rId3" tooltip="Đối xứng"/>
              </a:rPr>
              <a:t>đố</a:t>
            </a:r>
            <a:r>
              <a:rPr lang="vi-VN" sz="2300" dirty="0">
                <a:hlinkClick r:id="rId3" tooltip="Đối xứng"/>
              </a:rPr>
              <a:t>i</a:t>
            </a:r>
            <a:r>
              <a:rPr lang="vi-VN" sz="2300" dirty="0"/>
              <a:t> xứng hay về tính chất nào đó của một đồ thị cụ thể để khỏi phải xét nhiều trường hợp khác nhau.</a:t>
            </a:r>
          </a:p>
          <a:p>
            <a:r>
              <a:rPr lang="vi-VN" sz="2300" dirty="0"/>
              <a:t>Xét đồ thị G=(X,E) gồm n đỉnh, trong quá trình tìm chu trình Hamilton chúng ta có thể vận dụng 4 quy tắc sau đây</a:t>
            </a:r>
          </a:p>
        </p:txBody>
      </p:sp>
      <p:sp>
        <p:nvSpPr>
          <p:cNvPr id="4" name="TextBox 3">
            <a:extLst>
              <a:ext uri="{FF2B5EF4-FFF2-40B4-BE49-F238E27FC236}">
                <a16:creationId xmlns:a16="http://schemas.microsoft.com/office/drawing/2014/main" id="{21F8FCA0-82A5-FBD6-E0FD-0879CADB3459}"/>
              </a:ext>
            </a:extLst>
          </p:cNvPr>
          <p:cNvSpPr txBox="1"/>
          <p:nvPr/>
        </p:nvSpPr>
        <p:spPr>
          <a:xfrm>
            <a:off x="415413" y="3599292"/>
            <a:ext cx="9407012" cy="2215991"/>
          </a:xfrm>
          <a:prstGeom prst="rect">
            <a:avLst/>
          </a:prstGeom>
          <a:noFill/>
        </p:spPr>
        <p:txBody>
          <a:bodyPr wrap="square">
            <a:spAutoFit/>
          </a:bodyPr>
          <a:lstStyle/>
          <a:p>
            <a:pPr algn="l">
              <a:buNone/>
            </a:pPr>
            <a:r>
              <a:rPr lang="vi-VN" sz="2300" b="1" i="0" dirty="0">
                <a:solidFill>
                  <a:srgbClr val="101418"/>
                </a:solidFill>
                <a:effectLst/>
                <a:latin typeface="Calibri (Body)"/>
                <a:ea typeface="Tahoma" panose="020B0604030504040204" pitchFamily="34" charset="0"/>
                <a:cs typeface="Tahoma" panose="020B0604030504040204" pitchFamily="34" charset="0"/>
              </a:rPr>
              <a:t>Quy tắc 1</a:t>
            </a:r>
            <a:r>
              <a:rPr lang="vi-VN" sz="2300" b="0" i="0" dirty="0">
                <a:solidFill>
                  <a:srgbClr val="101418"/>
                </a:solidFill>
                <a:effectLst/>
                <a:latin typeface="Calibri (Body)"/>
                <a:ea typeface="Tahoma" panose="020B0604030504040204" pitchFamily="34" charset="0"/>
                <a:cs typeface="Tahoma" panose="020B0604030504040204" pitchFamily="34" charset="0"/>
              </a:rPr>
              <a:t>: Lấy hết các cạnh kề với đỉnh bậc 2.</a:t>
            </a:r>
          </a:p>
          <a:p>
            <a:pPr algn="l">
              <a:buNone/>
            </a:pPr>
            <a:r>
              <a:rPr lang="vi-VN" sz="2300" b="1" i="0" dirty="0">
                <a:solidFill>
                  <a:srgbClr val="101418"/>
                </a:solidFill>
                <a:effectLst/>
                <a:latin typeface="Calibri (Body)"/>
                <a:ea typeface="Tahoma" panose="020B0604030504040204" pitchFamily="34" charset="0"/>
                <a:cs typeface="Tahoma" panose="020B0604030504040204" pitchFamily="34" charset="0"/>
              </a:rPr>
              <a:t>Quy tắc 2</a:t>
            </a:r>
            <a:r>
              <a:rPr lang="vi-VN" sz="2300" b="0" i="0" dirty="0">
                <a:solidFill>
                  <a:srgbClr val="101418"/>
                </a:solidFill>
                <a:effectLst/>
                <a:latin typeface="Calibri (Body)"/>
                <a:ea typeface="Tahoma" panose="020B0604030504040204" pitchFamily="34" charset="0"/>
                <a:cs typeface="Tahoma" panose="020B0604030504040204" pitchFamily="34" charset="0"/>
              </a:rPr>
              <a:t>: Không cho phát sinh chu trình ít hơn n cạnh.</a:t>
            </a:r>
          </a:p>
          <a:p>
            <a:pPr algn="l">
              <a:buNone/>
            </a:pPr>
            <a:r>
              <a:rPr lang="vi-VN" sz="2300" b="1" i="0" dirty="0">
                <a:solidFill>
                  <a:srgbClr val="101418"/>
                </a:solidFill>
                <a:effectLst/>
                <a:latin typeface="Calibri (Body)"/>
                <a:ea typeface="Tahoma" panose="020B0604030504040204" pitchFamily="34" charset="0"/>
                <a:cs typeface="Tahoma" panose="020B0604030504040204" pitchFamily="34" charset="0"/>
              </a:rPr>
              <a:t>Quy tắc 3</a:t>
            </a:r>
            <a:r>
              <a:rPr lang="vi-VN" sz="2300" b="0" i="0" dirty="0">
                <a:solidFill>
                  <a:srgbClr val="101418"/>
                </a:solidFill>
                <a:effectLst/>
                <a:latin typeface="Calibri (Body)"/>
                <a:ea typeface="Tahoma" panose="020B0604030504040204" pitchFamily="34" charset="0"/>
                <a:cs typeface="Tahoma" panose="020B0604030504040204" pitchFamily="34" charset="0"/>
              </a:rPr>
              <a:t>: Nếu đã lấy 2 cạnh kề với đỉnh x thì có thể bỏ tất cả các cạnh còn lại kề với x.</a:t>
            </a:r>
          </a:p>
          <a:p>
            <a:pPr algn="l">
              <a:buNone/>
            </a:pPr>
            <a:r>
              <a:rPr lang="vi-VN" sz="2300" b="1" i="0" dirty="0">
                <a:solidFill>
                  <a:srgbClr val="101418"/>
                </a:solidFill>
                <a:effectLst/>
                <a:latin typeface="Calibri (Body)"/>
                <a:ea typeface="Tahoma" panose="020B0604030504040204" pitchFamily="34" charset="0"/>
                <a:cs typeface="Tahoma" panose="020B0604030504040204" pitchFamily="34" charset="0"/>
              </a:rPr>
              <a:t>Quy tắc 4</a:t>
            </a:r>
            <a:r>
              <a:rPr lang="vi-VN" sz="2300" b="0" i="0" dirty="0">
                <a:solidFill>
                  <a:srgbClr val="101418"/>
                </a:solidFill>
                <a:effectLst/>
                <a:latin typeface="Calibri (Body)"/>
                <a:ea typeface="Tahoma" panose="020B0604030504040204" pitchFamily="34" charset="0"/>
                <a:cs typeface="Tahoma" panose="020B0604030504040204" pitchFamily="34" charset="0"/>
              </a:rPr>
              <a:t>: Duy trì tính liên thông và bảo đảm bậc mỗi đỉnh luôn lớn hơn hay bằng 2.</a:t>
            </a:r>
          </a:p>
        </p:txBody>
      </p:sp>
    </p:spTree>
    <p:extLst>
      <p:ext uri="{BB962C8B-B14F-4D97-AF65-F5344CB8AC3E}">
        <p14:creationId xmlns:p14="http://schemas.microsoft.com/office/powerpoint/2010/main" val="33521221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31EEB2-BD6A-B124-CF03-E8A08AA07272}"/>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FAACFDCF-E826-C56A-19ED-168785ADEF71}"/>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pic>
        <p:nvPicPr>
          <p:cNvPr id="2050" name="Picture 2" descr="undefined">
            <a:extLst>
              <a:ext uri="{FF2B5EF4-FFF2-40B4-BE49-F238E27FC236}">
                <a16:creationId xmlns:a16="http://schemas.microsoft.com/office/drawing/2014/main" id="{B26DEDF7-8BA7-1BBD-F7AC-9B1D32CFDF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6073" y="255584"/>
            <a:ext cx="6096000" cy="408924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903BC0A-AAA5-8EBC-04EE-F0CF1B15D3F3}"/>
              </a:ext>
            </a:extLst>
          </p:cNvPr>
          <p:cNvSpPr txBox="1"/>
          <p:nvPr/>
        </p:nvSpPr>
        <p:spPr>
          <a:xfrm>
            <a:off x="491612" y="4552443"/>
            <a:ext cx="8318089" cy="1154162"/>
          </a:xfrm>
          <a:prstGeom prst="rect">
            <a:avLst/>
          </a:prstGeom>
          <a:noFill/>
        </p:spPr>
        <p:txBody>
          <a:bodyPr wrap="square">
            <a:spAutoFit/>
          </a:bodyPr>
          <a:lstStyle/>
          <a:p>
            <a:r>
              <a:rPr lang="vi-VN" sz="2300" b="0" i="0" dirty="0">
                <a:solidFill>
                  <a:srgbClr val="202122"/>
                </a:solidFill>
                <a:effectLst/>
                <a:latin typeface="Calibri (Body)"/>
              </a:rPr>
              <a:t>Quy tắc 3 được minh họa trong hình,khi thực hiện quy tắc này thì bậc của một số đỉnh bị giảm xuống: nhờ vậy chúng ta có thể tận dụng trở lại quy tắc 1 và quy tắc 4</a:t>
            </a:r>
            <a:endParaRPr lang="en-US" sz="2300" dirty="0">
              <a:latin typeface="Calibri (Body)"/>
            </a:endParaRPr>
          </a:p>
        </p:txBody>
      </p:sp>
    </p:spTree>
    <p:extLst>
      <p:ext uri="{BB962C8B-B14F-4D97-AF65-F5344CB8AC3E}">
        <p14:creationId xmlns:p14="http://schemas.microsoft.com/office/powerpoint/2010/main" val="13317119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832F8E-3A46-E768-3FED-4496A51A3D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736732-1FB1-60D0-9258-07AE2F763A00}"/>
              </a:ext>
            </a:extLst>
          </p:cNvPr>
          <p:cNvSpPr>
            <a:spLocks noGrp="1"/>
          </p:cNvSpPr>
          <p:nvPr>
            <p:ph type="title"/>
          </p:nvPr>
        </p:nvSpPr>
        <p:spPr>
          <a:xfrm>
            <a:off x="838200" y="365760"/>
            <a:ext cx="10515600" cy="1325563"/>
          </a:xfrm>
        </p:spPr>
        <p:txBody>
          <a:bodyPr anchor="ctr">
            <a:normAutofit/>
          </a:bodyPr>
          <a:lstStyle/>
          <a:p>
            <a:r>
              <a:rPr lang="en-US" err="1"/>
              <a:t>Ứng</a:t>
            </a:r>
            <a:r>
              <a:rPr lang="en-US"/>
              <a:t> </a:t>
            </a:r>
            <a:r>
              <a:rPr lang="en-US" err="1"/>
              <a:t>dụng</a:t>
            </a:r>
            <a:r>
              <a:rPr lang="en-US"/>
              <a:t> </a:t>
            </a:r>
            <a:r>
              <a:rPr lang="vi-VN"/>
              <a:t>BÀI TOÁN MÃ ĐI TUẦN</a:t>
            </a:r>
            <a:endParaRPr lang="en-US"/>
          </a:p>
        </p:txBody>
      </p:sp>
      <p:sp>
        <p:nvSpPr>
          <p:cNvPr id="8" name="Rectangle 3">
            <a:extLst>
              <a:ext uri="{FF2B5EF4-FFF2-40B4-BE49-F238E27FC236}">
                <a16:creationId xmlns:a16="http://schemas.microsoft.com/office/drawing/2014/main" id="{E11DB71B-6F83-1C02-FB0C-4F565DE311B1}"/>
              </a:ext>
            </a:extLst>
          </p:cNvPr>
          <p:cNvSpPr>
            <a:spLocks noGrp="1" noChangeArrowheads="1"/>
          </p:cNvSpPr>
          <p:nvPr>
            <p:ph sz="quarter" idx="15"/>
          </p:nvPr>
        </p:nvSpPr>
        <p:spPr bwMode="auto">
          <a:xfrm>
            <a:off x="838200" y="1790329"/>
            <a:ext cx="5134335" cy="4113054"/>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a:lnSpc>
                <a:spcPct val="140000"/>
              </a:lnSpc>
            </a:pPr>
            <a:r>
              <a:rPr lang="vi-VN" sz="1500" u="sng">
                <a:hlinkClick r:id="rId3" tooltip="Bài toán mã đi tuần"/>
              </a:rPr>
              <a:t>- </a:t>
            </a:r>
            <a:r>
              <a:rPr lang="en-US" sz="1500" u="sng" err="1">
                <a:hlinkClick r:id="rId3" tooltip="Bài toán mã đi tuần"/>
              </a:rPr>
              <a:t>Bài</a:t>
            </a:r>
            <a:r>
              <a:rPr lang="en-US" sz="1500" u="sng">
                <a:hlinkClick r:id="rId3" tooltip="Bài toán mã đi tuần"/>
              </a:rPr>
              <a:t> </a:t>
            </a:r>
            <a:r>
              <a:rPr lang="en-US" sz="1500" u="sng" err="1">
                <a:hlinkClick r:id="rId3" tooltip="Bài toán mã đi tuần"/>
              </a:rPr>
              <a:t>toán</a:t>
            </a:r>
            <a:r>
              <a:rPr lang="en-US" sz="1500" u="sng">
                <a:hlinkClick r:id="rId3" tooltip="Bài toán mã đi tuần"/>
              </a:rPr>
              <a:t> </a:t>
            </a:r>
            <a:r>
              <a:rPr lang="en-US" sz="1500" u="sng" err="1">
                <a:hlinkClick r:id="rId3" tooltip="Bài toán mã đi tuần"/>
              </a:rPr>
              <a:t>mã</a:t>
            </a:r>
            <a:r>
              <a:rPr lang="en-US" sz="1500" u="sng">
                <a:hlinkClick r:id="rId3" tooltip="Bài toán mã đi tuần"/>
              </a:rPr>
              <a:t> </a:t>
            </a:r>
            <a:r>
              <a:rPr lang="en-US" sz="1500" u="sng" err="1">
                <a:hlinkClick r:id="rId3" tooltip="Bài toán mã đi tuần"/>
              </a:rPr>
              <a:t>đi</a:t>
            </a:r>
            <a:r>
              <a:rPr lang="en-US" sz="1500" u="sng">
                <a:hlinkClick r:id="rId3" tooltip="Bài toán mã đi tuần"/>
              </a:rPr>
              <a:t> </a:t>
            </a:r>
            <a:r>
              <a:rPr lang="en-US" sz="1500" u="sng" err="1">
                <a:hlinkClick r:id="rId3" tooltip="Bài toán mã đi tuần"/>
              </a:rPr>
              <a:t>tuần</a:t>
            </a:r>
            <a:r>
              <a:rPr lang="en-US" sz="1500"/>
              <a:t> </a:t>
            </a:r>
            <a:r>
              <a:rPr lang="en-US" sz="1500" err="1"/>
              <a:t>là</a:t>
            </a:r>
            <a:r>
              <a:rPr lang="en-US" sz="1500"/>
              <a:t> </a:t>
            </a:r>
            <a:r>
              <a:rPr lang="en-US" sz="1500" err="1"/>
              <a:t>một</a:t>
            </a:r>
            <a:r>
              <a:rPr lang="en-US" sz="1500"/>
              <a:t> </a:t>
            </a:r>
            <a:r>
              <a:rPr lang="en-US" sz="1500" err="1"/>
              <a:t>dạng</a:t>
            </a:r>
            <a:r>
              <a:rPr lang="en-US" sz="1500"/>
              <a:t> </a:t>
            </a:r>
            <a:r>
              <a:rPr lang="en-US" sz="1500" err="1"/>
              <a:t>của</a:t>
            </a:r>
            <a:r>
              <a:rPr lang="en-US" sz="1500"/>
              <a:t> </a:t>
            </a:r>
            <a:r>
              <a:rPr lang="en-US" sz="1500" err="1"/>
              <a:t>bài</a:t>
            </a:r>
            <a:r>
              <a:rPr lang="en-US" sz="1500"/>
              <a:t> </a:t>
            </a:r>
            <a:r>
              <a:rPr lang="en-US" sz="1500" err="1"/>
              <a:t>toán</a:t>
            </a:r>
            <a:r>
              <a:rPr lang="en-US" sz="1500"/>
              <a:t> </a:t>
            </a:r>
            <a:r>
              <a:rPr lang="en-US" sz="1500" err="1"/>
              <a:t>tổng</a:t>
            </a:r>
            <a:r>
              <a:rPr lang="en-US" sz="1500"/>
              <a:t> </a:t>
            </a:r>
            <a:r>
              <a:rPr lang="en-US" sz="1500" err="1"/>
              <a:t>quát</a:t>
            </a:r>
            <a:r>
              <a:rPr lang="en-US" sz="1500"/>
              <a:t> </a:t>
            </a:r>
            <a:r>
              <a:rPr lang="en-US" sz="1500" err="1"/>
              <a:t>hơn</a:t>
            </a:r>
            <a:r>
              <a:rPr lang="en-US" sz="1500"/>
              <a:t> </a:t>
            </a:r>
            <a:r>
              <a:rPr lang="en-US" sz="1500" err="1"/>
              <a:t>là</a:t>
            </a:r>
            <a:r>
              <a:rPr lang="en-US" sz="1500"/>
              <a:t> </a:t>
            </a:r>
            <a:r>
              <a:rPr lang="en-US" sz="1500" err="1"/>
              <a:t>bài</a:t>
            </a:r>
            <a:r>
              <a:rPr lang="en-US" sz="1500"/>
              <a:t> </a:t>
            </a:r>
            <a:r>
              <a:rPr lang="en-US" sz="1500" err="1"/>
              <a:t>toán</a:t>
            </a:r>
            <a:r>
              <a:rPr lang="en-US" sz="1500"/>
              <a:t> </a:t>
            </a:r>
            <a:r>
              <a:rPr lang="en-US" sz="1500" err="1"/>
              <a:t>tìm</a:t>
            </a:r>
            <a:r>
              <a:rPr lang="en-US" sz="1500"/>
              <a:t> </a:t>
            </a:r>
            <a:r>
              <a:rPr lang="en-US" sz="1500" err="1"/>
              <a:t>đường</a:t>
            </a:r>
            <a:r>
              <a:rPr lang="en-US" sz="1500"/>
              <a:t> </a:t>
            </a:r>
            <a:r>
              <a:rPr lang="en-US" sz="1500" err="1"/>
              <a:t>đi</a:t>
            </a:r>
            <a:r>
              <a:rPr lang="en-US" sz="1500"/>
              <a:t> Hamilton </a:t>
            </a:r>
            <a:r>
              <a:rPr lang="en-US" sz="1500" err="1"/>
              <a:t>trong</a:t>
            </a:r>
            <a:r>
              <a:rPr lang="en-US" sz="1500"/>
              <a:t> </a:t>
            </a:r>
            <a:r>
              <a:rPr lang="en-US" sz="1500" u="sng" err="1">
                <a:hlinkClick r:id="rId4" tooltip="Lý thuyết đồ thị"/>
              </a:rPr>
              <a:t>lý</a:t>
            </a:r>
            <a:r>
              <a:rPr lang="en-US" sz="1500" u="sng">
                <a:hlinkClick r:id="rId4" tooltip="Lý thuyết đồ thị"/>
              </a:rPr>
              <a:t> </a:t>
            </a:r>
            <a:r>
              <a:rPr lang="en-US" sz="1500" u="sng" err="1">
                <a:hlinkClick r:id="rId4" tooltip="Lý thuyết đồ thị"/>
              </a:rPr>
              <a:t>thuyết</a:t>
            </a:r>
            <a:r>
              <a:rPr lang="en-US" sz="1500" u="sng">
                <a:hlinkClick r:id="rId4" tooltip="Lý thuyết đồ thị"/>
              </a:rPr>
              <a:t> </a:t>
            </a:r>
            <a:r>
              <a:rPr lang="en-US" sz="1500" u="sng" err="1">
                <a:hlinkClick r:id="rId4" tooltip="Lý thuyết đồ thị"/>
              </a:rPr>
              <a:t>đồ</a:t>
            </a:r>
            <a:r>
              <a:rPr lang="en-US" sz="1500" u="sng">
                <a:hlinkClick r:id="rId4" tooltip="Lý thuyết đồ thị"/>
              </a:rPr>
              <a:t> </a:t>
            </a:r>
            <a:r>
              <a:rPr lang="en-US" sz="1500" u="sng" err="1">
                <a:hlinkClick r:id="rId4" tooltip="Lý thuyết đồ thị"/>
              </a:rPr>
              <a:t>thị</a:t>
            </a:r>
            <a:r>
              <a:rPr lang="en-US" sz="1500"/>
              <a:t>, </a:t>
            </a:r>
            <a:r>
              <a:rPr lang="en-US" sz="1500" err="1"/>
              <a:t>là</a:t>
            </a:r>
            <a:r>
              <a:rPr lang="en-US" sz="1500"/>
              <a:t> </a:t>
            </a:r>
            <a:r>
              <a:rPr lang="en-US" sz="1500" err="1"/>
              <a:t>một</a:t>
            </a:r>
            <a:r>
              <a:rPr lang="en-US" sz="1500"/>
              <a:t> </a:t>
            </a:r>
            <a:r>
              <a:rPr lang="en-US" sz="1500" err="1"/>
              <a:t>bài</a:t>
            </a:r>
            <a:r>
              <a:rPr lang="en-US" sz="1500"/>
              <a:t> </a:t>
            </a:r>
            <a:r>
              <a:rPr lang="en-US" sz="1500" err="1"/>
              <a:t>toán</a:t>
            </a:r>
            <a:r>
              <a:rPr lang="en-US" sz="1500"/>
              <a:t> </a:t>
            </a:r>
            <a:r>
              <a:rPr lang="en-US" sz="1500" u="sng">
                <a:hlinkClick r:id="rId5" tooltip="NP-đầy đủ"/>
              </a:rPr>
              <a:t>NP-</a:t>
            </a:r>
            <a:r>
              <a:rPr lang="en-US" sz="1500" u="sng" err="1">
                <a:hlinkClick r:id="rId5" tooltip="NP-đầy đủ"/>
              </a:rPr>
              <a:t>đầy</a:t>
            </a:r>
            <a:r>
              <a:rPr lang="en-US" sz="1500" u="sng">
                <a:hlinkClick r:id="rId5" tooltip="NP-đầy đủ"/>
              </a:rPr>
              <a:t> </a:t>
            </a:r>
            <a:r>
              <a:rPr lang="en-US" sz="1500" u="sng" err="1">
                <a:hlinkClick r:id="rId5" tooltip="NP-đầy đủ"/>
              </a:rPr>
              <a:t>đủ</a:t>
            </a:r>
            <a:r>
              <a:rPr lang="en-US" sz="1500"/>
              <a:t>. </a:t>
            </a:r>
            <a:r>
              <a:rPr lang="en-US" sz="1500" err="1"/>
              <a:t>Bài</a:t>
            </a:r>
            <a:r>
              <a:rPr lang="en-US" sz="1500"/>
              <a:t> </a:t>
            </a:r>
            <a:r>
              <a:rPr lang="en-US" sz="1500" err="1"/>
              <a:t>toán</a:t>
            </a:r>
            <a:r>
              <a:rPr lang="en-US" sz="1500"/>
              <a:t> </a:t>
            </a:r>
            <a:r>
              <a:rPr lang="en-US" sz="1500" err="1"/>
              <a:t>tìm</a:t>
            </a:r>
            <a:r>
              <a:rPr lang="en-US" sz="1500"/>
              <a:t> </a:t>
            </a:r>
            <a:r>
              <a:rPr lang="en-US" sz="1500" err="1"/>
              <a:t>hành</a:t>
            </a:r>
            <a:r>
              <a:rPr lang="en-US" sz="1500"/>
              <a:t> </a:t>
            </a:r>
            <a:r>
              <a:rPr lang="en-US" sz="1500" err="1"/>
              <a:t>trình</a:t>
            </a:r>
            <a:r>
              <a:rPr lang="en-US" sz="1500"/>
              <a:t> </a:t>
            </a:r>
            <a:r>
              <a:rPr lang="en-US" sz="1500" err="1"/>
              <a:t>đóng</a:t>
            </a:r>
            <a:r>
              <a:rPr lang="en-US" sz="1500"/>
              <a:t> </a:t>
            </a:r>
            <a:r>
              <a:rPr lang="en-US" sz="1500" err="1"/>
              <a:t>của</a:t>
            </a:r>
            <a:r>
              <a:rPr lang="en-US" sz="1500"/>
              <a:t> </a:t>
            </a:r>
            <a:r>
              <a:rPr lang="en-US" sz="1500" err="1"/>
              <a:t>quân</a:t>
            </a:r>
            <a:r>
              <a:rPr lang="en-US" sz="1500"/>
              <a:t> </a:t>
            </a:r>
            <a:r>
              <a:rPr lang="en-US" sz="1500" err="1"/>
              <a:t>mã</a:t>
            </a:r>
            <a:r>
              <a:rPr lang="en-US" sz="1500"/>
              <a:t> </a:t>
            </a:r>
            <a:r>
              <a:rPr lang="en-US" sz="1500" err="1"/>
              <a:t>là</a:t>
            </a:r>
            <a:r>
              <a:rPr lang="en-US" sz="1500"/>
              <a:t> </a:t>
            </a:r>
            <a:r>
              <a:rPr lang="en-US" sz="1500" err="1"/>
              <a:t>một</a:t>
            </a:r>
            <a:r>
              <a:rPr lang="en-US" sz="1500"/>
              <a:t> </a:t>
            </a:r>
            <a:r>
              <a:rPr lang="en-US" sz="1500" err="1"/>
              <a:t>bài</a:t>
            </a:r>
            <a:r>
              <a:rPr lang="en-US" sz="1500"/>
              <a:t> </a:t>
            </a:r>
            <a:r>
              <a:rPr lang="en-US" sz="1500" err="1"/>
              <a:t>toán</a:t>
            </a:r>
            <a:r>
              <a:rPr lang="en-US" sz="1500"/>
              <a:t> </a:t>
            </a:r>
            <a:r>
              <a:rPr lang="en-US" sz="1500" err="1"/>
              <a:t>cụ</a:t>
            </a:r>
            <a:r>
              <a:rPr lang="en-US" sz="1500"/>
              <a:t> </a:t>
            </a:r>
            <a:r>
              <a:rPr lang="en-US" sz="1500" err="1"/>
              <a:t>thể</a:t>
            </a:r>
            <a:r>
              <a:rPr lang="en-US" sz="1500"/>
              <a:t> </a:t>
            </a:r>
            <a:r>
              <a:rPr lang="en-US" sz="1500" err="1"/>
              <a:t>của</a:t>
            </a:r>
            <a:r>
              <a:rPr lang="en-US" sz="1500"/>
              <a:t> </a:t>
            </a:r>
            <a:r>
              <a:rPr lang="en-US" sz="1500" err="1"/>
              <a:t>bài</a:t>
            </a:r>
            <a:r>
              <a:rPr lang="en-US" sz="1500"/>
              <a:t> </a:t>
            </a:r>
            <a:r>
              <a:rPr lang="en-US" sz="1500" err="1"/>
              <a:t>toán</a:t>
            </a:r>
            <a:r>
              <a:rPr lang="en-US" sz="1500"/>
              <a:t> </a:t>
            </a:r>
            <a:r>
              <a:rPr lang="en-US" sz="1500" err="1"/>
              <a:t>tìm</a:t>
            </a:r>
            <a:r>
              <a:rPr lang="en-US" sz="1500"/>
              <a:t> </a:t>
            </a:r>
            <a:r>
              <a:rPr lang="en-US" sz="1500" u="sng">
                <a:hlinkClick r:id="rId6" tooltip="Chu trình Hamiltonian (trang không tồn tại)"/>
              </a:rPr>
              <a:t>chu </a:t>
            </a:r>
            <a:r>
              <a:rPr lang="en-US" sz="1500" u="sng" err="1">
                <a:hlinkClick r:id="rId6" tooltip="Chu trình Hamiltonian (trang không tồn tại)"/>
              </a:rPr>
              <a:t>trình</a:t>
            </a:r>
            <a:r>
              <a:rPr lang="en-US" sz="1500" u="sng">
                <a:hlinkClick r:id="rId6" tooltip="Chu trình Hamiltonian (trang không tồn tại)"/>
              </a:rPr>
              <a:t> Hamiltonian</a:t>
            </a:r>
            <a:r>
              <a:rPr lang="en-US" sz="1500"/>
              <a:t>.</a:t>
            </a:r>
          </a:p>
          <a:p>
            <a:pPr>
              <a:lnSpc>
                <a:spcPct val="140000"/>
              </a:lnSpc>
            </a:pPr>
            <a:r>
              <a:rPr lang="en-US" sz="1500" err="1"/>
              <a:t>Bài</a:t>
            </a:r>
            <a:r>
              <a:rPr lang="en-US" sz="1500"/>
              <a:t> </a:t>
            </a:r>
            <a:r>
              <a:rPr lang="en-US" sz="1500" err="1"/>
              <a:t>toán</a:t>
            </a:r>
            <a:r>
              <a:rPr lang="en-US" sz="1500"/>
              <a:t> </a:t>
            </a:r>
            <a:r>
              <a:rPr lang="en-US" sz="1500" err="1"/>
              <a:t>mã</a:t>
            </a:r>
            <a:r>
              <a:rPr lang="en-US" sz="1500"/>
              <a:t> </a:t>
            </a:r>
            <a:r>
              <a:rPr lang="en-US" sz="1500" err="1"/>
              <a:t>đi</a:t>
            </a:r>
            <a:r>
              <a:rPr lang="en-US" sz="1500"/>
              <a:t> </a:t>
            </a:r>
            <a:r>
              <a:rPr lang="en-US" sz="1500" err="1"/>
              <a:t>tuần</a:t>
            </a:r>
            <a:r>
              <a:rPr lang="en-US" sz="1500"/>
              <a:t> </a:t>
            </a:r>
            <a:r>
              <a:rPr lang="en-US" sz="1500" err="1"/>
              <a:t>trên</a:t>
            </a:r>
            <a:r>
              <a:rPr lang="en-US" sz="1500"/>
              <a:t> </a:t>
            </a:r>
            <a:r>
              <a:rPr lang="en-US" sz="1500" err="1"/>
              <a:t>bàn</a:t>
            </a:r>
            <a:r>
              <a:rPr lang="en-US" sz="1500"/>
              <a:t> </a:t>
            </a:r>
            <a:r>
              <a:rPr lang="en-US" sz="1500" err="1"/>
              <a:t>cờ</a:t>
            </a:r>
            <a:endParaRPr lang="en-US" sz="1500"/>
          </a:p>
          <a:p>
            <a:pPr>
              <a:lnSpc>
                <a:spcPct val="140000"/>
              </a:lnSpc>
            </a:pPr>
            <a:r>
              <a:rPr lang="en-US" sz="1500"/>
              <a:t>- </a:t>
            </a:r>
            <a:r>
              <a:rPr lang="en-US" sz="1500" err="1"/>
              <a:t>Đặt</a:t>
            </a:r>
            <a:r>
              <a:rPr lang="en-US" sz="1500"/>
              <a:t> </a:t>
            </a:r>
            <a:r>
              <a:rPr lang="en-US" sz="1500" err="1"/>
              <a:t>một</a:t>
            </a:r>
            <a:r>
              <a:rPr lang="en-US" sz="1500"/>
              <a:t> </a:t>
            </a:r>
            <a:r>
              <a:rPr lang="en-US" sz="1500" err="1"/>
              <a:t>quân</a:t>
            </a:r>
            <a:r>
              <a:rPr lang="en-US" sz="1500"/>
              <a:t> </a:t>
            </a:r>
            <a:r>
              <a:rPr lang="en-US" sz="1500" err="1"/>
              <a:t>mã</a:t>
            </a:r>
            <a:r>
              <a:rPr lang="en-US" sz="1500"/>
              <a:t> ở </a:t>
            </a:r>
            <a:r>
              <a:rPr lang="en-US" sz="1500" err="1"/>
              <a:t>một</a:t>
            </a:r>
            <a:r>
              <a:rPr lang="en-US" sz="1500"/>
              <a:t> ô </a:t>
            </a:r>
            <a:r>
              <a:rPr lang="en-US" sz="1500" err="1"/>
              <a:t>bất</a:t>
            </a:r>
            <a:r>
              <a:rPr lang="en-US" sz="1500"/>
              <a:t> </a:t>
            </a:r>
            <a:r>
              <a:rPr lang="en-US" sz="1500" err="1"/>
              <a:t>kì</a:t>
            </a:r>
            <a:r>
              <a:rPr lang="en-US" sz="1500"/>
              <a:t> </a:t>
            </a:r>
            <a:r>
              <a:rPr lang="en-US" sz="1500" err="1"/>
              <a:t>trên</a:t>
            </a:r>
            <a:r>
              <a:rPr lang="en-US" sz="1500"/>
              <a:t> </a:t>
            </a:r>
            <a:r>
              <a:rPr lang="en-US" sz="1500" err="1"/>
              <a:t>bàn</a:t>
            </a:r>
            <a:r>
              <a:rPr lang="en-US" sz="1500"/>
              <a:t> </a:t>
            </a:r>
            <a:r>
              <a:rPr lang="en-US" sz="1500" err="1"/>
              <a:t>cờ</a:t>
            </a:r>
            <a:r>
              <a:rPr lang="en-US" sz="1500"/>
              <a:t> </a:t>
            </a:r>
            <a:r>
              <a:rPr lang="en-US" sz="1500" err="1"/>
              <a:t>vua</a:t>
            </a:r>
            <a:r>
              <a:rPr lang="en-US" sz="1500"/>
              <a:t>, </a:t>
            </a:r>
            <a:r>
              <a:rPr lang="en-US" sz="1500" err="1"/>
              <a:t>theo</a:t>
            </a:r>
            <a:r>
              <a:rPr lang="en-US" sz="1500"/>
              <a:t> </a:t>
            </a:r>
            <a:r>
              <a:rPr lang="en-US" sz="1500" err="1"/>
              <a:t>quy</a:t>
            </a:r>
            <a:r>
              <a:rPr lang="en-US" sz="1500"/>
              <a:t> </a:t>
            </a:r>
            <a:r>
              <a:rPr lang="en-US" sz="1500" err="1"/>
              <a:t>tắc</a:t>
            </a:r>
            <a:r>
              <a:rPr lang="en-US" sz="1500"/>
              <a:t> di </a:t>
            </a:r>
            <a:r>
              <a:rPr lang="en-US" sz="1500" err="1"/>
              <a:t>chuyển</a:t>
            </a:r>
            <a:r>
              <a:rPr lang="en-US" sz="1500"/>
              <a:t> </a:t>
            </a:r>
            <a:r>
              <a:rPr lang="en-US" sz="1500" err="1"/>
              <a:t>của</a:t>
            </a:r>
            <a:r>
              <a:rPr lang="en-US" sz="1500"/>
              <a:t> </a:t>
            </a:r>
            <a:r>
              <a:rPr lang="en-US" sz="1500" err="1"/>
              <a:t>cờ</a:t>
            </a:r>
            <a:r>
              <a:rPr lang="en-US" sz="1500"/>
              <a:t> </a:t>
            </a:r>
            <a:r>
              <a:rPr lang="en-US" sz="1500" err="1"/>
              <a:t>vua</a:t>
            </a:r>
            <a:r>
              <a:rPr lang="en-US" sz="1500"/>
              <a:t>, </a:t>
            </a:r>
            <a:r>
              <a:rPr lang="en-US" sz="1500" err="1"/>
              <a:t>tìm</a:t>
            </a:r>
            <a:r>
              <a:rPr lang="en-US" sz="1500"/>
              <a:t> </a:t>
            </a:r>
            <a:r>
              <a:rPr lang="en-US" sz="1500" err="1"/>
              <a:t>các</a:t>
            </a:r>
            <a:r>
              <a:rPr lang="en-US" sz="1500"/>
              <a:t> </a:t>
            </a:r>
            <a:r>
              <a:rPr lang="en-US" sz="1500" err="1"/>
              <a:t>bước</a:t>
            </a:r>
            <a:r>
              <a:rPr lang="en-US" sz="1500"/>
              <a:t> </a:t>
            </a:r>
            <a:r>
              <a:rPr lang="en-US" sz="1500" err="1"/>
              <a:t>đi</a:t>
            </a:r>
            <a:r>
              <a:rPr lang="en-US" sz="1500"/>
              <a:t> </a:t>
            </a:r>
            <a:r>
              <a:rPr lang="en-US" sz="1500" err="1"/>
              <a:t>của</a:t>
            </a:r>
            <a:r>
              <a:rPr lang="en-US" sz="1500"/>
              <a:t> </a:t>
            </a:r>
            <a:r>
              <a:rPr lang="en-US" sz="1500" err="1"/>
              <a:t>quân</a:t>
            </a:r>
            <a:r>
              <a:rPr lang="en-US" sz="1500"/>
              <a:t> </a:t>
            </a:r>
            <a:r>
              <a:rPr lang="en-US" sz="1500" err="1"/>
              <a:t>mã</a:t>
            </a:r>
            <a:r>
              <a:rPr lang="en-US" sz="1500"/>
              <a:t> </a:t>
            </a:r>
            <a:r>
              <a:rPr lang="en-US" sz="1500" err="1"/>
              <a:t>sao</a:t>
            </a:r>
            <a:r>
              <a:rPr lang="en-US" sz="1500"/>
              <a:t> </a:t>
            </a:r>
            <a:r>
              <a:rPr lang="en-US" sz="1500" err="1"/>
              <a:t>cho</a:t>
            </a:r>
            <a:r>
              <a:rPr lang="en-US" sz="1500"/>
              <a:t> </a:t>
            </a:r>
            <a:r>
              <a:rPr lang="en-US" sz="1500" err="1"/>
              <a:t>mỗi</a:t>
            </a:r>
            <a:r>
              <a:rPr lang="en-US" sz="1500"/>
              <a:t> ô </a:t>
            </a:r>
            <a:r>
              <a:rPr lang="en-US" sz="1500" err="1"/>
              <a:t>chỉ</a:t>
            </a:r>
            <a:r>
              <a:rPr lang="en-US" sz="1500"/>
              <a:t> </a:t>
            </a:r>
            <a:r>
              <a:rPr lang="en-US" sz="1500" err="1"/>
              <a:t>được</a:t>
            </a:r>
            <a:r>
              <a:rPr lang="en-US" sz="1500"/>
              <a:t> </a:t>
            </a:r>
            <a:r>
              <a:rPr lang="en-US" sz="1500" err="1"/>
              <a:t>đi</a:t>
            </a:r>
            <a:r>
              <a:rPr lang="en-US" sz="1500"/>
              <a:t> qua 1 </a:t>
            </a:r>
            <a:r>
              <a:rPr lang="en-US" sz="1500" err="1"/>
              <a:t>lần</a:t>
            </a:r>
            <a:r>
              <a:rPr lang="en-US" sz="1500"/>
              <a:t> </a:t>
            </a:r>
            <a:r>
              <a:rPr lang="en-US" sz="1500" err="1"/>
              <a:t>và</a:t>
            </a:r>
            <a:r>
              <a:rPr lang="en-US" sz="1500"/>
              <a:t> </a:t>
            </a:r>
            <a:r>
              <a:rPr lang="en-US" sz="1500" err="1"/>
              <a:t>đi</a:t>
            </a:r>
            <a:r>
              <a:rPr lang="en-US" sz="1500"/>
              <a:t> </a:t>
            </a:r>
            <a:r>
              <a:rPr lang="en-US" sz="1500" err="1"/>
              <a:t>hết</a:t>
            </a:r>
            <a:r>
              <a:rPr lang="en-US" sz="1500"/>
              <a:t> </a:t>
            </a:r>
            <a:r>
              <a:rPr lang="en-US" sz="1500" err="1"/>
              <a:t>bàn</a:t>
            </a:r>
            <a:r>
              <a:rPr lang="en-US" sz="1500"/>
              <a:t> </a:t>
            </a:r>
            <a:r>
              <a:rPr lang="en-US" sz="1500" err="1"/>
              <a:t>cờ</a:t>
            </a:r>
            <a:r>
              <a:rPr lang="en-US" sz="1500"/>
              <a:t>.</a:t>
            </a:r>
          </a:p>
          <a:p>
            <a:pPr>
              <a:lnSpc>
                <a:spcPct val="140000"/>
              </a:lnSpc>
            </a:pPr>
            <a:r>
              <a:rPr lang="vi-VN" sz="1500" b="1"/>
              <a:t>Ứng dụng:</a:t>
            </a:r>
            <a:r>
              <a:rPr lang="vi-VN" sz="1500"/>
              <a:t> M</a:t>
            </a:r>
            <a:r>
              <a:rPr lang="en-US" sz="1500"/>
              <a:t>ở </a:t>
            </a:r>
            <a:r>
              <a:rPr lang="en-US" sz="1500" err="1"/>
              <a:t>rộng</a:t>
            </a:r>
            <a:r>
              <a:rPr lang="en-US" sz="1500"/>
              <a:t> </a:t>
            </a:r>
            <a:r>
              <a:rPr lang="en-US" sz="1500" err="1"/>
              <a:t>cho</a:t>
            </a:r>
            <a:r>
              <a:rPr lang="en-US" sz="1500"/>
              <a:t> </a:t>
            </a:r>
            <a:r>
              <a:rPr lang="en-US" sz="1500" err="1"/>
              <a:t>các</a:t>
            </a:r>
            <a:r>
              <a:rPr lang="en-US" sz="1500"/>
              <a:t> </a:t>
            </a:r>
            <a:r>
              <a:rPr lang="en-US" sz="1500" err="1"/>
              <a:t>ứng</a:t>
            </a:r>
            <a:r>
              <a:rPr lang="en-US" sz="1500"/>
              <a:t> </a:t>
            </a:r>
            <a:r>
              <a:rPr lang="en-US" sz="1500" err="1"/>
              <a:t>dụng</a:t>
            </a:r>
            <a:r>
              <a:rPr lang="en-US" sz="1500"/>
              <a:t> robot di </a:t>
            </a:r>
            <a:r>
              <a:rPr lang="en-US" sz="1500" err="1"/>
              <a:t>chuyển</a:t>
            </a:r>
            <a:r>
              <a:rPr lang="en-US" sz="1500"/>
              <a:t>, </a:t>
            </a:r>
            <a:r>
              <a:rPr lang="en-US" sz="1500" err="1"/>
              <a:t>tối</a:t>
            </a:r>
            <a:r>
              <a:rPr lang="en-US" sz="1500"/>
              <a:t> </a:t>
            </a:r>
            <a:r>
              <a:rPr lang="en-US" sz="1500" err="1"/>
              <a:t>ưu</a:t>
            </a:r>
            <a:r>
              <a:rPr lang="en-US" sz="1500"/>
              <a:t> </a:t>
            </a:r>
            <a:r>
              <a:rPr lang="en-US" sz="1500" err="1"/>
              <a:t>hóa</a:t>
            </a:r>
            <a:r>
              <a:rPr lang="en-US" sz="1500"/>
              <a:t> </a:t>
            </a:r>
            <a:r>
              <a:rPr lang="en-US" sz="1500" err="1"/>
              <a:t>đường</a:t>
            </a:r>
            <a:r>
              <a:rPr lang="en-US" sz="1500"/>
              <a:t> </a:t>
            </a:r>
            <a:r>
              <a:rPr lang="en-US" sz="1500" err="1"/>
              <a:t>đi</a:t>
            </a:r>
            <a:r>
              <a:rPr lang="en-US" sz="1500"/>
              <a:t> </a:t>
            </a:r>
            <a:r>
              <a:rPr lang="en-US" sz="1500" err="1"/>
              <a:t>không</a:t>
            </a:r>
            <a:r>
              <a:rPr lang="en-US" sz="1500"/>
              <a:t> </a:t>
            </a:r>
            <a:r>
              <a:rPr lang="en-US" sz="1500" err="1"/>
              <a:t>trùng</a:t>
            </a:r>
            <a:r>
              <a:rPr lang="en-US" sz="1500"/>
              <a:t> </a:t>
            </a:r>
            <a:r>
              <a:rPr lang="en-US" sz="1500" err="1"/>
              <a:t>lặp</a:t>
            </a:r>
            <a:endParaRPr lang="en-US" sz="1500"/>
          </a:p>
          <a:p>
            <a:pPr>
              <a:lnSpc>
                <a:spcPct val="140000"/>
              </a:lnSpc>
            </a:pPr>
            <a:endParaRPr lang="vi-VN" sz="1500"/>
          </a:p>
        </p:txBody>
      </p:sp>
      <p:pic>
        <p:nvPicPr>
          <p:cNvPr id="3074" name="Picture 2" descr="A chess board with a horse head&#10;&#10;AI-generated content may be incorrect.">
            <a:extLst>
              <a:ext uri="{FF2B5EF4-FFF2-40B4-BE49-F238E27FC236}">
                <a16:creationId xmlns:a16="http://schemas.microsoft.com/office/drawing/2014/main" id="{1CE57055-99F4-EFAB-EBB5-2BEC26B9E880}"/>
              </a:ext>
            </a:extLst>
          </p:cNvPr>
          <p:cNvPicPr>
            <a:picLocks noChangeAspect="1" noChangeArrowheads="1"/>
          </p:cNvPicPr>
          <p:nvPr/>
        </p:nvPicPr>
        <p:blipFill>
          <a:blip r:embed="rId7">
            <a:extLst>
              <a:ext uri="{28A0092B-C50C-407E-A947-70E740481C1C}">
                <a14:useLocalDpi xmlns:a14="http://schemas.microsoft.com/office/drawing/2010/main" val="0"/>
              </a:ext>
            </a:extLst>
          </a:blip>
          <a:stretch>
            <a:fillRect/>
          </a:stretch>
        </p:blipFill>
        <p:spPr bwMode="auto">
          <a:xfrm>
            <a:off x="6730104" y="1790329"/>
            <a:ext cx="4113054" cy="4113054"/>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D3001BD9-C012-DA79-DAE3-A9940BE31EA8}"/>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17870497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11" descr="A close up of dots&#10;">
            <a:extLst>
              <a:ext uri="{FF2B5EF4-FFF2-40B4-BE49-F238E27FC236}">
                <a16:creationId xmlns:a16="http://schemas.microsoft.com/office/drawing/2014/main" id="{030E03B4-DAB0-F43D-4B1C-C54F75E621A1}"/>
              </a:ext>
            </a:extLst>
          </p:cNvPr>
          <p:cNvPicPr>
            <a:picLocks noGrp="1" noChangeAspect="1"/>
          </p:cNvPicPr>
          <p:nvPr>
            <p:ph type="pic" sz="quarter" idx="11"/>
          </p:nvPr>
        </p:nvPicPr>
        <p:blipFill>
          <a:blip r:embed="rId2"/>
          <a:srcRect/>
          <a:stretch/>
        </p:blipFill>
        <p:spPr>
          <a:xfrm>
            <a:off x="0" y="0"/>
            <a:ext cx="12192000" cy="6858000"/>
          </a:xfrm>
        </p:spPr>
      </p:pic>
      <p:sp>
        <p:nvSpPr>
          <p:cNvPr id="7" name="Title 6">
            <a:extLst>
              <a:ext uri="{FF2B5EF4-FFF2-40B4-BE49-F238E27FC236}">
                <a16:creationId xmlns:a16="http://schemas.microsoft.com/office/drawing/2014/main" id="{4AB1CD4B-2C7F-1593-8E69-B7450F3DCAD6}"/>
              </a:ext>
            </a:extLst>
          </p:cNvPr>
          <p:cNvSpPr>
            <a:spLocks noGrp="1"/>
          </p:cNvSpPr>
          <p:nvPr>
            <p:ph type="title"/>
          </p:nvPr>
        </p:nvSpPr>
        <p:spPr>
          <a:xfrm>
            <a:off x="1362437" y="400485"/>
            <a:ext cx="9467127" cy="2527911"/>
          </a:xfrm>
        </p:spPr>
        <p:txBody>
          <a:bodyPr/>
          <a:lstStyle/>
          <a:p>
            <a:r>
              <a:rPr lang="en-US" dirty="0"/>
              <a:t>THANK YOU</a:t>
            </a:r>
          </a:p>
        </p:txBody>
      </p:sp>
      <p:sp>
        <p:nvSpPr>
          <p:cNvPr id="8" name="Text Placeholder 7">
            <a:extLst>
              <a:ext uri="{FF2B5EF4-FFF2-40B4-BE49-F238E27FC236}">
                <a16:creationId xmlns:a16="http://schemas.microsoft.com/office/drawing/2014/main" id="{86613063-168A-02B8-4326-BB842F3B83E2}"/>
              </a:ext>
            </a:extLst>
          </p:cNvPr>
          <p:cNvSpPr>
            <a:spLocks noGrp="1"/>
          </p:cNvSpPr>
          <p:nvPr>
            <p:ph type="body" sz="quarter" idx="10"/>
          </p:nvPr>
        </p:nvSpPr>
        <p:spPr>
          <a:xfrm>
            <a:off x="1362075" y="3738622"/>
            <a:ext cx="9467850" cy="2527911"/>
          </a:xfrm>
        </p:spPr>
        <p:txBody>
          <a:bodyPr/>
          <a:lstStyle/>
          <a:p>
            <a:endParaRPr lang="en-US" dirty="0"/>
          </a:p>
        </p:txBody>
      </p:sp>
    </p:spTree>
    <p:extLst>
      <p:ext uri="{BB962C8B-B14F-4D97-AF65-F5344CB8AC3E}">
        <p14:creationId xmlns:p14="http://schemas.microsoft.com/office/powerpoint/2010/main" val="2184472291"/>
      </p:ext>
    </p:extLst>
  </p:cSld>
  <p:clrMapOvr>
    <a:masterClrMapping/>
  </p:clrMapOvr>
</p:sld>
</file>

<file path=ppt/theme/theme1.xml><?xml version="1.0" encoding="utf-8"?>
<a:theme xmlns:a="http://schemas.openxmlformats.org/drawingml/2006/main" name="Custom">
  <a:themeElements>
    <a:clrScheme name="Tech presentation">
      <a:dk1>
        <a:srgbClr val="000000"/>
      </a:dk1>
      <a:lt1>
        <a:srgbClr val="FFFFFF"/>
      </a:lt1>
      <a:dk2>
        <a:srgbClr val="435369"/>
      </a:dk2>
      <a:lt2>
        <a:srgbClr val="E8E8E8"/>
      </a:lt2>
      <a:accent1>
        <a:srgbClr val="A53F51"/>
      </a:accent1>
      <a:accent2>
        <a:srgbClr val="E89756"/>
      </a:accent2>
      <a:accent3>
        <a:srgbClr val="2F3342"/>
      </a:accent3>
      <a:accent4>
        <a:srgbClr val="2B2052"/>
      </a:accent4>
      <a:accent5>
        <a:srgbClr val="00023A"/>
      </a:accent5>
      <a:accent6>
        <a:srgbClr val="7E7E7E"/>
      </a:accent6>
      <a:hlink>
        <a:srgbClr val="467886"/>
      </a:hlink>
      <a:folHlink>
        <a:srgbClr val="96607D"/>
      </a:folHlink>
    </a:clrScheme>
    <a:fontScheme name="Custom 99">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M55661986_wac_CP_V19" id="{030227AD-26D8-46F7-B412-6532AF4DDFEA}" vid="{787E6F9C-FC70-455D-8D81-5DEDA8A08F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F2A2379-DD35-4769-BFD6-4857D72F808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5C2645A-E767-4D7E-984D-234E531E455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0F048343-1EA9-44C3-883E-652FAAF0713E}">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{EF9263B6-8A38-48F5-AD92-CAFC86B92CE0}TFb73f27a7-0404-48d9-96f8-0ca8d35477ec68e4afe9_win32-7b62b493978d</Template>
  <TotalTime>86</TotalTime>
  <Words>1741</Words>
  <Application>Microsoft Office PowerPoint</Application>
  <PresentationFormat>Widescreen</PresentationFormat>
  <Paragraphs>117</Paragraphs>
  <Slides>21</Slides>
  <Notes>19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Aptos</vt:lpstr>
      <vt:lpstr>Arial</vt:lpstr>
      <vt:lpstr>Calibri</vt:lpstr>
      <vt:lpstr>Calibri (Body)</vt:lpstr>
      <vt:lpstr>Calibri Light</vt:lpstr>
      <vt:lpstr>Cambria Math</vt:lpstr>
      <vt:lpstr>Wingdings</vt:lpstr>
      <vt:lpstr>Custom</vt:lpstr>
      <vt:lpstr>Nguyên lý Dirichlet và xử lý xung đột trong bảng băm  Đồ thị Hamilton và ứng dụng bài toán mã đi tuần</vt:lpstr>
      <vt:lpstr>Lý do chọn đề tài</vt:lpstr>
      <vt:lpstr>Nguyên lý Dirichlet và xử lý xung đột trong bảng băm</vt:lpstr>
      <vt:lpstr>Giới Thiệu Về Nguyên Lý Dirichlet</vt:lpstr>
      <vt:lpstr>Định nghĩa nguyên lý Dirichlet (nguyên lý cái hộp).</vt:lpstr>
      <vt:lpstr>Ứng dụng</vt:lpstr>
      <vt:lpstr>Ứng dụng nguyên lý trong tin học (bảng băm)</vt:lpstr>
      <vt:lpstr>Ứng dụng nguyên lý trong tin học (bảng băm)</vt:lpstr>
      <vt:lpstr>Ứng dụng nguyên lý trong tin học (bảng băm)</vt:lpstr>
      <vt:lpstr>Ứng dụng nguyên lý trong tin học (bảng băm)</vt:lpstr>
      <vt:lpstr>Liên hệ giữa Nguyên lý Dirichlet và xung đột</vt:lpstr>
      <vt:lpstr>Liên hệ giữa Nguyên lý Dirichlet và xung đột</vt:lpstr>
      <vt:lpstr>Đồ thị Hamilton và ứng dụng bài toán mã đi tuần</vt:lpstr>
      <vt:lpstr>Giới Thiệu Về ĐỒ THỊ HAMILTON</vt:lpstr>
      <vt:lpstr>Định nghĩa ĐƯỜNG ĐI HAMILTON VÀ ĐỒ THỊ HAMILTON</vt:lpstr>
      <vt:lpstr>PowerPoint Presentation</vt:lpstr>
      <vt:lpstr>Định lý</vt:lpstr>
      <vt:lpstr>Quy tắc để tìm chu trình Hamilton</vt:lpstr>
      <vt:lpstr>PowerPoint Presentation</vt:lpstr>
      <vt:lpstr>Ứng dụng BÀI TOÁN MÃ ĐI TUẦN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Quyet Chien</dc:creator>
  <cp:lastModifiedBy>nam nguyen</cp:lastModifiedBy>
  <cp:revision>2</cp:revision>
  <dcterms:created xsi:type="dcterms:W3CDTF">2025-11-23T12:55:15Z</dcterms:created>
  <dcterms:modified xsi:type="dcterms:W3CDTF">2025-11-24T01:01:50Z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